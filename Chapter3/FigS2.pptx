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69" r:id="rId2"/>
    <p:sldId id="272" r:id="rId3"/>
    <p:sldId id="273" r:id="rId4"/>
    <p:sldId id="274" r:id="rId5"/>
    <p:sldId id="275" r:id="rId6"/>
    <p:sldId id="277" r:id="rId7"/>
    <p:sldId id="279" r:id="rId8"/>
    <p:sldId id="280" r:id="rId9"/>
    <p:sldId id="281" r:id="rId10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1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CC"/>
    <a:srgbClr val="CC6677"/>
    <a:srgbClr val="EDE4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18" autoAdjust="0"/>
    <p:restoredTop sz="92026" autoAdjust="0"/>
  </p:normalViewPr>
  <p:slideViewPr>
    <p:cSldViewPr snapToGrid="0" showGuides="1">
      <p:cViewPr>
        <p:scale>
          <a:sx n="66" d="100"/>
          <a:sy n="66" d="100"/>
        </p:scale>
        <p:origin x="2683" y="38"/>
      </p:cViewPr>
      <p:guideLst>
        <p:guide orient="horz" pos="2891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336A1-D867-46B6-8FCA-B23A57104091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31E5E-88C4-426F-9735-79FDD719C3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81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51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11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33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11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47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29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28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65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3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1E290-BDA3-4E00-9708-8465B68A7B72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84F4B-B8C7-493B-8F28-C26709ED10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80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sv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21" Type="http://schemas.openxmlformats.org/officeDocument/2006/relationships/image" Target="../media/image56.svg"/><Relationship Id="rId34" Type="http://schemas.openxmlformats.org/officeDocument/2006/relationships/image" Target="../media/image69.png"/><Relationship Id="rId7" Type="http://schemas.openxmlformats.org/officeDocument/2006/relationships/image" Target="../media/image42.svg"/><Relationship Id="rId12" Type="http://schemas.openxmlformats.org/officeDocument/2006/relationships/image" Target="../media/image47.png"/><Relationship Id="rId17" Type="http://schemas.openxmlformats.org/officeDocument/2006/relationships/image" Target="../media/image52.svg"/><Relationship Id="rId25" Type="http://schemas.openxmlformats.org/officeDocument/2006/relationships/image" Target="../media/image60.svg"/><Relationship Id="rId33" Type="http://schemas.openxmlformats.org/officeDocument/2006/relationships/image" Target="../media/image68.sv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29" Type="http://schemas.openxmlformats.org/officeDocument/2006/relationships/image" Target="../media/image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24" Type="http://schemas.openxmlformats.org/officeDocument/2006/relationships/image" Target="../media/image59.pn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23" Type="http://schemas.openxmlformats.org/officeDocument/2006/relationships/image" Target="../media/image58.svg"/><Relationship Id="rId28" Type="http://schemas.openxmlformats.org/officeDocument/2006/relationships/image" Target="../media/image63.png"/><Relationship Id="rId36" Type="http://schemas.openxmlformats.org/officeDocument/2006/relationships/image" Target="../media/image71.png"/><Relationship Id="rId10" Type="http://schemas.openxmlformats.org/officeDocument/2006/relationships/image" Target="../media/image45.png"/><Relationship Id="rId19" Type="http://schemas.openxmlformats.org/officeDocument/2006/relationships/image" Target="../media/image54.svg"/><Relationship Id="rId31" Type="http://schemas.openxmlformats.org/officeDocument/2006/relationships/image" Target="../media/image66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8" Type="http://schemas.openxmlformats.org/officeDocument/2006/relationships/image" Target="../media/image43.png"/><Relationship Id="rId3" Type="http://schemas.openxmlformats.org/officeDocument/2006/relationships/image" Target="../media/image38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sv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21" Type="http://schemas.openxmlformats.org/officeDocument/2006/relationships/image" Target="../media/image92.svg"/><Relationship Id="rId34" Type="http://schemas.openxmlformats.org/officeDocument/2006/relationships/image" Target="../media/image105.png"/><Relationship Id="rId7" Type="http://schemas.openxmlformats.org/officeDocument/2006/relationships/image" Target="../media/image78.svg"/><Relationship Id="rId12" Type="http://schemas.openxmlformats.org/officeDocument/2006/relationships/image" Target="../media/image83.png"/><Relationship Id="rId17" Type="http://schemas.openxmlformats.org/officeDocument/2006/relationships/image" Target="../media/image88.svg"/><Relationship Id="rId25" Type="http://schemas.openxmlformats.org/officeDocument/2006/relationships/image" Target="../media/image96.svg"/><Relationship Id="rId33" Type="http://schemas.openxmlformats.org/officeDocument/2006/relationships/image" Target="../media/image104.sv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29" Type="http://schemas.openxmlformats.org/officeDocument/2006/relationships/image" Target="../media/image10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24" Type="http://schemas.openxmlformats.org/officeDocument/2006/relationships/image" Target="../media/image95.png"/><Relationship Id="rId32" Type="http://schemas.openxmlformats.org/officeDocument/2006/relationships/image" Target="../media/image103.png"/><Relationship Id="rId37" Type="http://schemas.openxmlformats.org/officeDocument/2006/relationships/image" Target="../media/image108.svg"/><Relationship Id="rId5" Type="http://schemas.openxmlformats.org/officeDocument/2006/relationships/image" Target="../media/image76.svg"/><Relationship Id="rId15" Type="http://schemas.openxmlformats.org/officeDocument/2006/relationships/image" Target="../media/image86.svg"/><Relationship Id="rId23" Type="http://schemas.openxmlformats.org/officeDocument/2006/relationships/image" Target="../media/image94.svg"/><Relationship Id="rId28" Type="http://schemas.openxmlformats.org/officeDocument/2006/relationships/image" Target="../media/image99.png"/><Relationship Id="rId36" Type="http://schemas.openxmlformats.org/officeDocument/2006/relationships/image" Target="../media/image107.png"/><Relationship Id="rId10" Type="http://schemas.openxmlformats.org/officeDocument/2006/relationships/image" Target="../media/image81.png"/><Relationship Id="rId19" Type="http://schemas.openxmlformats.org/officeDocument/2006/relationships/image" Target="../media/image90.svg"/><Relationship Id="rId31" Type="http://schemas.openxmlformats.org/officeDocument/2006/relationships/image" Target="../media/image102.svg"/><Relationship Id="rId4" Type="http://schemas.openxmlformats.org/officeDocument/2006/relationships/image" Target="../media/image75.png"/><Relationship Id="rId9" Type="http://schemas.openxmlformats.org/officeDocument/2006/relationships/image" Target="../media/image80.sv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svg"/><Relationship Id="rId30" Type="http://schemas.openxmlformats.org/officeDocument/2006/relationships/image" Target="../media/image101.png"/><Relationship Id="rId35" Type="http://schemas.openxmlformats.org/officeDocument/2006/relationships/image" Target="../media/image106.svg"/><Relationship Id="rId8" Type="http://schemas.openxmlformats.org/officeDocument/2006/relationships/image" Target="../media/image79.png"/><Relationship Id="rId3" Type="http://schemas.openxmlformats.org/officeDocument/2006/relationships/image" Target="../media/image74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sv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21" Type="http://schemas.openxmlformats.org/officeDocument/2006/relationships/image" Target="../media/image128.svg"/><Relationship Id="rId34" Type="http://schemas.openxmlformats.org/officeDocument/2006/relationships/image" Target="../media/image141.png"/><Relationship Id="rId7" Type="http://schemas.openxmlformats.org/officeDocument/2006/relationships/image" Target="../media/image114.svg"/><Relationship Id="rId12" Type="http://schemas.openxmlformats.org/officeDocument/2006/relationships/image" Target="../media/image119.png"/><Relationship Id="rId17" Type="http://schemas.openxmlformats.org/officeDocument/2006/relationships/image" Target="../media/image124.svg"/><Relationship Id="rId25" Type="http://schemas.openxmlformats.org/officeDocument/2006/relationships/image" Target="../media/image132.svg"/><Relationship Id="rId33" Type="http://schemas.openxmlformats.org/officeDocument/2006/relationships/image" Target="../media/image140.sv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29" Type="http://schemas.openxmlformats.org/officeDocument/2006/relationships/image" Target="../media/image13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svg"/><Relationship Id="rId24" Type="http://schemas.openxmlformats.org/officeDocument/2006/relationships/image" Target="../media/image131.png"/><Relationship Id="rId32" Type="http://schemas.openxmlformats.org/officeDocument/2006/relationships/image" Target="../media/image139.png"/><Relationship Id="rId37" Type="http://schemas.openxmlformats.org/officeDocument/2006/relationships/image" Target="../media/image144.svg"/><Relationship Id="rId5" Type="http://schemas.openxmlformats.org/officeDocument/2006/relationships/image" Target="../media/image112.svg"/><Relationship Id="rId15" Type="http://schemas.openxmlformats.org/officeDocument/2006/relationships/image" Target="../media/image122.svg"/><Relationship Id="rId23" Type="http://schemas.openxmlformats.org/officeDocument/2006/relationships/image" Target="../media/image130.svg"/><Relationship Id="rId28" Type="http://schemas.openxmlformats.org/officeDocument/2006/relationships/image" Target="../media/image135.png"/><Relationship Id="rId36" Type="http://schemas.openxmlformats.org/officeDocument/2006/relationships/image" Target="../media/image143.png"/><Relationship Id="rId10" Type="http://schemas.openxmlformats.org/officeDocument/2006/relationships/image" Target="../media/image117.png"/><Relationship Id="rId19" Type="http://schemas.openxmlformats.org/officeDocument/2006/relationships/image" Target="../media/image126.svg"/><Relationship Id="rId31" Type="http://schemas.openxmlformats.org/officeDocument/2006/relationships/image" Target="../media/image138.svg"/><Relationship Id="rId4" Type="http://schemas.openxmlformats.org/officeDocument/2006/relationships/image" Target="../media/image111.png"/><Relationship Id="rId9" Type="http://schemas.openxmlformats.org/officeDocument/2006/relationships/image" Target="../media/image116.sv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svg"/><Relationship Id="rId30" Type="http://schemas.openxmlformats.org/officeDocument/2006/relationships/image" Target="../media/image137.png"/><Relationship Id="rId35" Type="http://schemas.openxmlformats.org/officeDocument/2006/relationships/image" Target="../media/image142.svg"/><Relationship Id="rId8" Type="http://schemas.openxmlformats.org/officeDocument/2006/relationships/image" Target="../media/image115.png"/><Relationship Id="rId3" Type="http://schemas.openxmlformats.org/officeDocument/2006/relationships/image" Target="../media/image110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6.svg"/><Relationship Id="rId18" Type="http://schemas.openxmlformats.org/officeDocument/2006/relationships/image" Target="../media/image161.png"/><Relationship Id="rId26" Type="http://schemas.openxmlformats.org/officeDocument/2006/relationships/image" Target="../media/image169.png"/><Relationship Id="rId21" Type="http://schemas.openxmlformats.org/officeDocument/2006/relationships/image" Target="../media/image164.svg"/><Relationship Id="rId34" Type="http://schemas.openxmlformats.org/officeDocument/2006/relationships/image" Target="../media/image177.png"/><Relationship Id="rId7" Type="http://schemas.openxmlformats.org/officeDocument/2006/relationships/image" Target="../media/image150.svg"/><Relationship Id="rId12" Type="http://schemas.openxmlformats.org/officeDocument/2006/relationships/image" Target="../media/image155.png"/><Relationship Id="rId17" Type="http://schemas.openxmlformats.org/officeDocument/2006/relationships/image" Target="../media/image160.svg"/><Relationship Id="rId25" Type="http://schemas.openxmlformats.org/officeDocument/2006/relationships/image" Target="../media/image168.svg"/><Relationship Id="rId33" Type="http://schemas.openxmlformats.org/officeDocument/2006/relationships/image" Target="../media/image176.svg"/><Relationship Id="rId2" Type="http://schemas.openxmlformats.org/officeDocument/2006/relationships/image" Target="../media/image145.png"/><Relationship Id="rId16" Type="http://schemas.openxmlformats.org/officeDocument/2006/relationships/image" Target="../media/image159.png"/><Relationship Id="rId20" Type="http://schemas.openxmlformats.org/officeDocument/2006/relationships/image" Target="../media/image163.png"/><Relationship Id="rId29" Type="http://schemas.openxmlformats.org/officeDocument/2006/relationships/image" Target="../media/image17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4.svg"/><Relationship Id="rId24" Type="http://schemas.openxmlformats.org/officeDocument/2006/relationships/image" Target="../media/image167.png"/><Relationship Id="rId32" Type="http://schemas.openxmlformats.org/officeDocument/2006/relationships/image" Target="../media/image175.png"/><Relationship Id="rId37" Type="http://schemas.openxmlformats.org/officeDocument/2006/relationships/image" Target="../media/image180.svg"/><Relationship Id="rId5" Type="http://schemas.openxmlformats.org/officeDocument/2006/relationships/image" Target="../media/image148.svg"/><Relationship Id="rId15" Type="http://schemas.openxmlformats.org/officeDocument/2006/relationships/image" Target="../media/image158.svg"/><Relationship Id="rId23" Type="http://schemas.openxmlformats.org/officeDocument/2006/relationships/image" Target="../media/image166.svg"/><Relationship Id="rId28" Type="http://schemas.openxmlformats.org/officeDocument/2006/relationships/image" Target="../media/image171.png"/><Relationship Id="rId36" Type="http://schemas.openxmlformats.org/officeDocument/2006/relationships/image" Target="../media/image179.png"/><Relationship Id="rId10" Type="http://schemas.openxmlformats.org/officeDocument/2006/relationships/image" Target="../media/image153.png"/><Relationship Id="rId19" Type="http://schemas.openxmlformats.org/officeDocument/2006/relationships/image" Target="../media/image162.svg"/><Relationship Id="rId31" Type="http://schemas.openxmlformats.org/officeDocument/2006/relationships/image" Target="../media/image174.svg"/><Relationship Id="rId4" Type="http://schemas.openxmlformats.org/officeDocument/2006/relationships/image" Target="../media/image147.png"/><Relationship Id="rId9" Type="http://schemas.openxmlformats.org/officeDocument/2006/relationships/image" Target="../media/image152.svg"/><Relationship Id="rId14" Type="http://schemas.openxmlformats.org/officeDocument/2006/relationships/image" Target="../media/image157.png"/><Relationship Id="rId22" Type="http://schemas.openxmlformats.org/officeDocument/2006/relationships/image" Target="../media/image165.png"/><Relationship Id="rId27" Type="http://schemas.openxmlformats.org/officeDocument/2006/relationships/image" Target="../media/image170.svg"/><Relationship Id="rId30" Type="http://schemas.openxmlformats.org/officeDocument/2006/relationships/image" Target="../media/image173.png"/><Relationship Id="rId35" Type="http://schemas.openxmlformats.org/officeDocument/2006/relationships/image" Target="../media/image178.svg"/><Relationship Id="rId8" Type="http://schemas.openxmlformats.org/officeDocument/2006/relationships/image" Target="../media/image151.png"/><Relationship Id="rId3" Type="http://schemas.openxmlformats.org/officeDocument/2006/relationships/image" Target="../media/image146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2.svg"/><Relationship Id="rId18" Type="http://schemas.openxmlformats.org/officeDocument/2006/relationships/image" Target="../media/image197.png"/><Relationship Id="rId26" Type="http://schemas.openxmlformats.org/officeDocument/2006/relationships/image" Target="../media/image205.png"/><Relationship Id="rId21" Type="http://schemas.openxmlformats.org/officeDocument/2006/relationships/image" Target="../media/image200.svg"/><Relationship Id="rId34" Type="http://schemas.openxmlformats.org/officeDocument/2006/relationships/image" Target="../media/image213.png"/><Relationship Id="rId7" Type="http://schemas.openxmlformats.org/officeDocument/2006/relationships/image" Target="../media/image186.svg"/><Relationship Id="rId12" Type="http://schemas.openxmlformats.org/officeDocument/2006/relationships/image" Target="../media/image191.png"/><Relationship Id="rId17" Type="http://schemas.openxmlformats.org/officeDocument/2006/relationships/image" Target="../media/image196.svg"/><Relationship Id="rId25" Type="http://schemas.openxmlformats.org/officeDocument/2006/relationships/image" Target="../media/image204.svg"/><Relationship Id="rId33" Type="http://schemas.openxmlformats.org/officeDocument/2006/relationships/image" Target="../media/image212.svg"/><Relationship Id="rId2" Type="http://schemas.openxmlformats.org/officeDocument/2006/relationships/image" Target="../media/image181.png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29" Type="http://schemas.openxmlformats.org/officeDocument/2006/relationships/image" Target="../media/image20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0.svg"/><Relationship Id="rId24" Type="http://schemas.openxmlformats.org/officeDocument/2006/relationships/image" Target="../media/image203.png"/><Relationship Id="rId32" Type="http://schemas.openxmlformats.org/officeDocument/2006/relationships/image" Target="../media/image211.png"/><Relationship Id="rId37" Type="http://schemas.openxmlformats.org/officeDocument/2006/relationships/image" Target="../media/image216.svg"/><Relationship Id="rId5" Type="http://schemas.openxmlformats.org/officeDocument/2006/relationships/image" Target="../media/image184.svg"/><Relationship Id="rId15" Type="http://schemas.openxmlformats.org/officeDocument/2006/relationships/image" Target="../media/image194.svg"/><Relationship Id="rId23" Type="http://schemas.openxmlformats.org/officeDocument/2006/relationships/image" Target="../media/image202.svg"/><Relationship Id="rId28" Type="http://schemas.openxmlformats.org/officeDocument/2006/relationships/image" Target="../media/image207.png"/><Relationship Id="rId36" Type="http://schemas.openxmlformats.org/officeDocument/2006/relationships/image" Target="../media/image215.png"/><Relationship Id="rId10" Type="http://schemas.openxmlformats.org/officeDocument/2006/relationships/image" Target="../media/image189.png"/><Relationship Id="rId19" Type="http://schemas.openxmlformats.org/officeDocument/2006/relationships/image" Target="../media/image198.svg"/><Relationship Id="rId31" Type="http://schemas.openxmlformats.org/officeDocument/2006/relationships/image" Target="../media/image210.svg"/><Relationship Id="rId4" Type="http://schemas.openxmlformats.org/officeDocument/2006/relationships/image" Target="../media/image183.png"/><Relationship Id="rId9" Type="http://schemas.openxmlformats.org/officeDocument/2006/relationships/image" Target="../media/image188.svg"/><Relationship Id="rId14" Type="http://schemas.openxmlformats.org/officeDocument/2006/relationships/image" Target="../media/image193.png"/><Relationship Id="rId22" Type="http://schemas.openxmlformats.org/officeDocument/2006/relationships/image" Target="../media/image201.png"/><Relationship Id="rId27" Type="http://schemas.openxmlformats.org/officeDocument/2006/relationships/image" Target="../media/image206.svg"/><Relationship Id="rId30" Type="http://schemas.openxmlformats.org/officeDocument/2006/relationships/image" Target="../media/image209.png"/><Relationship Id="rId35" Type="http://schemas.openxmlformats.org/officeDocument/2006/relationships/image" Target="../media/image214.svg"/><Relationship Id="rId8" Type="http://schemas.openxmlformats.org/officeDocument/2006/relationships/image" Target="../media/image187.png"/><Relationship Id="rId3" Type="http://schemas.openxmlformats.org/officeDocument/2006/relationships/image" Target="../media/image182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svg"/><Relationship Id="rId18" Type="http://schemas.openxmlformats.org/officeDocument/2006/relationships/image" Target="../media/image233.png"/><Relationship Id="rId26" Type="http://schemas.openxmlformats.org/officeDocument/2006/relationships/image" Target="../media/image241.png"/><Relationship Id="rId21" Type="http://schemas.openxmlformats.org/officeDocument/2006/relationships/image" Target="../media/image236.svg"/><Relationship Id="rId34" Type="http://schemas.openxmlformats.org/officeDocument/2006/relationships/image" Target="../media/image249.png"/><Relationship Id="rId7" Type="http://schemas.openxmlformats.org/officeDocument/2006/relationships/image" Target="../media/image222.svg"/><Relationship Id="rId12" Type="http://schemas.openxmlformats.org/officeDocument/2006/relationships/image" Target="../media/image227.png"/><Relationship Id="rId17" Type="http://schemas.openxmlformats.org/officeDocument/2006/relationships/image" Target="../media/image232.svg"/><Relationship Id="rId25" Type="http://schemas.openxmlformats.org/officeDocument/2006/relationships/image" Target="../media/image240.svg"/><Relationship Id="rId33" Type="http://schemas.openxmlformats.org/officeDocument/2006/relationships/image" Target="../media/image248.svg"/><Relationship Id="rId2" Type="http://schemas.openxmlformats.org/officeDocument/2006/relationships/image" Target="../media/image217.png"/><Relationship Id="rId16" Type="http://schemas.openxmlformats.org/officeDocument/2006/relationships/image" Target="../media/image231.png"/><Relationship Id="rId20" Type="http://schemas.openxmlformats.org/officeDocument/2006/relationships/image" Target="../media/image235.png"/><Relationship Id="rId29" Type="http://schemas.openxmlformats.org/officeDocument/2006/relationships/image" Target="../media/image24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26.svg"/><Relationship Id="rId24" Type="http://schemas.openxmlformats.org/officeDocument/2006/relationships/image" Target="../media/image239.png"/><Relationship Id="rId32" Type="http://schemas.openxmlformats.org/officeDocument/2006/relationships/image" Target="../media/image247.png"/><Relationship Id="rId37" Type="http://schemas.openxmlformats.org/officeDocument/2006/relationships/image" Target="../media/image252.svg"/><Relationship Id="rId5" Type="http://schemas.openxmlformats.org/officeDocument/2006/relationships/image" Target="../media/image220.svg"/><Relationship Id="rId15" Type="http://schemas.openxmlformats.org/officeDocument/2006/relationships/image" Target="../media/image230.svg"/><Relationship Id="rId23" Type="http://schemas.openxmlformats.org/officeDocument/2006/relationships/image" Target="../media/image238.svg"/><Relationship Id="rId28" Type="http://schemas.openxmlformats.org/officeDocument/2006/relationships/image" Target="../media/image243.png"/><Relationship Id="rId36" Type="http://schemas.openxmlformats.org/officeDocument/2006/relationships/image" Target="../media/image251.png"/><Relationship Id="rId10" Type="http://schemas.openxmlformats.org/officeDocument/2006/relationships/image" Target="../media/image225.png"/><Relationship Id="rId19" Type="http://schemas.openxmlformats.org/officeDocument/2006/relationships/image" Target="../media/image234.svg"/><Relationship Id="rId31" Type="http://schemas.openxmlformats.org/officeDocument/2006/relationships/image" Target="../media/image246.svg"/><Relationship Id="rId4" Type="http://schemas.openxmlformats.org/officeDocument/2006/relationships/image" Target="../media/image219.png"/><Relationship Id="rId9" Type="http://schemas.openxmlformats.org/officeDocument/2006/relationships/image" Target="../media/image224.svg"/><Relationship Id="rId14" Type="http://schemas.openxmlformats.org/officeDocument/2006/relationships/image" Target="../media/image229.png"/><Relationship Id="rId22" Type="http://schemas.openxmlformats.org/officeDocument/2006/relationships/image" Target="../media/image237.png"/><Relationship Id="rId27" Type="http://schemas.openxmlformats.org/officeDocument/2006/relationships/image" Target="../media/image242.svg"/><Relationship Id="rId30" Type="http://schemas.openxmlformats.org/officeDocument/2006/relationships/image" Target="../media/image245.png"/><Relationship Id="rId35" Type="http://schemas.openxmlformats.org/officeDocument/2006/relationships/image" Target="../media/image250.svg"/><Relationship Id="rId8" Type="http://schemas.openxmlformats.org/officeDocument/2006/relationships/image" Target="../media/image223.png"/><Relationship Id="rId3" Type="http://schemas.openxmlformats.org/officeDocument/2006/relationships/image" Target="../media/image218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4.svg"/><Relationship Id="rId18" Type="http://schemas.openxmlformats.org/officeDocument/2006/relationships/image" Target="../media/image269.png"/><Relationship Id="rId26" Type="http://schemas.openxmlformats.org/officeDocument/2006/relationships/image" Target="../media/image277.png"/><Relationship Id="rId21" Type="http://schemas.openxmlformats.org/officeDocument/2006/relationships/image" Target="../media/image272.svg"/><Relationship Id="rId34" Type="http://schemas.openxmlformats.org/officeDocument/2006/relationships/image" Target="../media/image285.png"/><Relationship Id="rId7" Type="http://schemas.openxmlformats.org/officeDocument/2006/relationships/image" Target="../media/image258.svg"/><Relationship Id="rId12" Type="http://schemas.openxmlformats.org/officeDocument/2006/relationships/image" Target="../media/image263.png"/><Relationship Id="rId17" Type="http://schemas.openxmlformats.org/officeDocument/2006/relationships/image" Target="../media/image268.svg"/><Relationship Id="rId25" Type="http://schemas.openxmlformats.org/officeDocument/2006/relationships/image" Target="../media/image276.svg"/><Relationship Id="rId33" Type="http://schemas.openxmlformats.org/officeDocument/2006/relationships/image" Target="../media/image284.svg"/><Relationship Id="rId2" Type="http://schemas.openxmlformats.org/officeDocument/2006/relationships/image" Target="../media/image253.png"/><Relationship Id="rId16" Type="http://schemas.openxmlformats.org/officeDocument/2006/relationships/image" Target="../media/image267.png"/><Relationship Id="rId20" Type="http://schemas.openxmlformats.org/officeDocument/2006/relationships/image" Target="../media/image271.png"/><Relationship Id="rId29" Type="http://schemas.openxmlformats.org/officeDocument/2006/relationships/image" Target="../media/image28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11" Type="http://schemas.openxmlformats.org/officeDocument/2006/relationships/image" Target="../media/image262.svg"/><Relationship Id="rId24" Type="http://schemas.openxmlformats.org/officeDocument/2006/relationships/image" Target="../media/image275.png"/><Relationship Id="rId32" Type="http://schemas.openxmlformats.org/officeDocument/2006/relationships/image" Target="../media/image283.png"/><Relationship Id="rId37" Type="http://schemas.openxmlformats.org/officeDocument/2006/relationships/image" Target="../media/image288.svg"/><Relationship Id="rId5" Type="http://schemas.openxmlformats.org/officeDocument/2006/relationships/image" Target="../media/image256.svg"/><Relationship Id="rId15" Type="http://schemas.openxmlformats.org/officeDocument/2006/relationships/image" Target="../media/image266.svg"/><Relationship Id="rId23" Type="http://schemas.openxmlformats.org/officeDocument/2006/relationships/image" Target="../media/image274.svg"/><Relationship Id="rId28" Type="http://schemas.openxmlformats.org/officeDocument/2006/relationships/image" Target="../media/image279.png"/><Relationship Id="rId36" Type="http://schemas.openxmlformats.org/officeDocument/2006/relationships/image" Target="../media/image287.png"/><Relationship Id="rId10" Type="http://schemas.openxmlformats.org/officeDocument/2006/relationships/image" Target="../media/image261.png"/><Relationship Id="rId19" Type="http://schemas.openxmlformats.org/officeDocument/2006/relationships/image" Target="../media/image270.svg"/><Relationship Id="rId31" Type="http://schemas.openxmlformats.org/officeDocument/2006/relationships/image" Target="../media/image282.svg"/><Relationship Id="rId4" Type="http://schemas.openxmlformats.org/officeDocument/2006/relationships/image" Target="../media/image255.png"/><Relationship Id="rId9" Type="http://schemas.openxmlformats.org/officeDocument/2006/relationships/image" Target="../media/image260.svg"/><Relationship Id="rId14" Type="http://schemas.openxmlformats.org/officeDocument/2006/relationships/image" Target="../media/image265.png"/><Relationship Id="rId22" Type="http://schemas.openxmlformats.org/officeDocument/2006/relationships/image" Target="../media/image273.png"/><Relationship Id="rId27" Type="http://schemas.openxmlformats.org/officeDocument/2006/relationships/image" Target="../media/image278.svg"/><Relationship Id="rId30" Type="http://schemas.openxmlformats.org/officeDocument/2006/relationships/image" Target="../media/image281.png"/><Relationship Id="rId35" Type="http://schemas.openxmlformats.org/officeDocument/2006/relationships/image" Target="../media/image286.svg"/><Relationship Id="rId8" Type="http://schemas.openxmlformats.org/officeDocument/2006/relationships/image" Target="../media/image259.png"/><Relationship Id="rId3" Type="http://schemas.openxmlformats.org/officeDocument/2006/relationships/image" Target="../media/image254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0.svg"/><Relationship Id="rId18" Type="http://schemas.openxmlformats.org/officeDocument/2006/relationships/image" Target="../media/image305.png"/><Relationship Id="rId26" Type="http://schemas.openxmlformats.org/officeDocument/2006/relationships/image" Target="../media/image313.png"/><Relationship Id="rId21" Type="http://schemas.openxmlformats.org/officeDocument/2006/relationships/image" Target="../media/image308.svg"/><Relationship Id="rId34" Type="http://schemas.openxmlformats.org/officeDocument/2006/relationships/image" Target="../media/image321.png"/><Relationship Id="rId7" Type="http://schemas.openxmlformats.org/officeDocument/2006/relationships/image" Target="../media/image294.svg"/><Relationship Id="rId12" Type="http://schemas.openxmlformats.org/officeDocument/2006/relationships/image" Target="../media/image299.png"/><Relationship Id="rId17" Type="http://schemas.openxmlformats.org/officeDocument/2006/relationships/image" Target="../media/image304.svg"/><Relationship Id="rId25" Type="http://schemas.openxmlformats.org/officeDocument/2006/relationships/image" Target="../media/image312.svg"/><Relationship Id="rId33" Type="http://schemas.openxmlformats.org/officeDocument/2006/relationships/image" Target="../media/image320.svg"/><Relationship Id="rId2" Type="http://schemas.openxmlformats.org/officeDocument/2006/relationships/image" Target="../media/image289.png"/><Relationship Id="rId16" Type="http://schemas.openxmlformats.org/officeDocument/2006/relationships/image" Target="../media/image303.png"/><Relationship Id="rId20" Type="http://schemas.openxmlformats.org/officeDocument/2006/relationships/image" Target="../media/image307.png"/><Relationship Id="rId29" Type="http://schemas.openxmlformats.org/officeDocument/2006/relationships/image" Target="../media/image3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11" Type="http://schemas.openxmlformats.org/officeDocument/2006/relationships/image" Target="../media/image298.svg"/><Relationship Id="rId24" Type="http://schemas.openxmlformats.org/officeDocument/2006/relationships/image" Target="../media/image311.png"/><Relationship Id="rId32" Type="http://schemas.openxmlformats.org/officeDocument/2006/relationships/image" Target="../media/image319.png"/><Relationship Id="rId37" Type="http://schemas.openxmlformats.org/officeDocument/2006/relationships/image" Target="../media/image324.svg"/><Relationship Id="rId5" Type="http://schemas.openxmlformats.org/officeDocument/2006/relationships/image" Target="../media/image292.svg"/><Relationship Id="rId15" Type="http://schemas.openxmlformats.org/officeDocument/2006/relationships/image" Target="../media/image302.svg"/><Relationship Id="rId23" Type="http://schemas.openxmlformats.org/officeDocument/2006/relationships/image" Target="../media/image310.svg"/><Relationship Id="rId28" Type="http://schemas.openxmlformats.org/officeDocument/2006/relationships/image" Target="../media/image315.png"/><Relationship Id="rId36" Type="http://schemas.openxmlformats.org/officeDocument/2006/relationships/image" Target="../media/image323.png"/><Relationship Id="rId10" Type="http://schemas.openxmlformats.org/officeDocument/2006/relationships/image" Target="../media/image297.png"/><Relationship Id="rId19" Type="http://schemas.openxmlformats.org/officeDocument/2006/relationships/image" Target="../media/image306.svg"/><Relationship Id="rId31" Type="http://schemas.openxmlformats.org/officeDocument/2006/relationships/image" Target="../media/image318.svg"/><Relationship Id="rId4" Type="http://schemas.openxmlformats.org/officeDocument/2006/relationships/image" Target="../media/image291.png"/><Relationship Id="rId9" Type="http://schemas.openxmlformats.org/officeDocument/2006/relationships/image" Target="../media/image296.svg"/><Relationship Id="rId14" Type="http://schemas.openxmlformats.org/officeDocument/2006/relationships/image" Target="../media/image301.png"/><Relationship Id="rId22" Type="http://schemas.openxmlformats.org/officeDocument/2006/relationships/image" Target="../media/image309.png"/><Relationship Id="rId27" Type="http://schemas.openxmlformats.org/officeDocument/2006/relationships/image" Target="../media/image314.svg"/><Relationship Id="rId30" Type="http://schemas.openxmlformats.org/officeDocument/2006/relationships/image" Target="../media/image317.png"/><Relationship Id="rId35" Type="http://schemas.openxmlformats.org/officeDocument/2006/relationships/image" Target="../media/image322.svg"/><Relationship Id="rId8" Type="http://schemas.openxmlformats.org/officeDocument/2006/relationships/image" Target="../media/image295.png"/><Relationship Id="rId3" Type="http://schemas.openxmlformats.org/officeDocument/2006/relationships/image" Target="../media/image29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raphic 242">
            <a:extLst>
              <a:ext uri="{FF2B5EF4-FFF2-40B4-BE49-F238E27FC236}">
                <a16:creationId xmlns:a16="http://schemas.microsoft.com/office/drawing/2014/main" id="{58AB3D65-3C93-95F6-02C9-0C04DF16F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093" y="2067698"/>
            <a:ext cx="2160000" cy="1440000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A88755CB-2796-F4C4-3D97-9F8E3F99B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2613" y="627698"/>
            <a:ext cx="2160000" cy="1440000"/>
          </a:xfrm>
          <a:prstGeom prst="rect">
            <a:avLst/>
          </a:prstGeom>
        </p:spPr>
      </p:pic>
      <p:pic>
        <p:nvPicPr>
          <p:cNvPr id="247" name="Graphic 246">
            <a:extLst>
              <a:ext uri="{FF2B5EF4-FFF2-40B4-BE49-F238E27FC236}">
                <a16:creationId xmlns:a16="http://schemas.microsoft.com/office/drawing/2014/main" id="{6D59D2D3-C979-7578-5435-983F951678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0733" y="627698"/>
            <a:ext cx="2160000" cy="1440000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B65CD41A-031F-B636-0904-8EC533F775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4093" y="627698"/>
            <a:ext cx="2160000" cy="1440000"/>
          </a:xfrm>
          <a:prstGeom prst="rect">
            <a:avLst/>
          </a:prstGeom>
        </p:spPr>
      </p:pic>
      <p:pic>
        <p:nvPicPr>
          <p:cNvPr id="251" name="Graphic 250">
            <a:extLst>
              <a:ext uri="{FF2B5EF4-FFF2-40B4-BE49-F238E27FC236}">
                <a16:creationId xmlns:a16="http://schemas.microsoft.com/office/drawing/2014/main" id="{BE1EAD7E-A987-1D40-5528-A08652514D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733" y="2067698"/>
            <a:ext cx="2160000" cy="1440000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FE952189-C906-2C54-8E28-F9A530774D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02613" y="7881537"/>
            <a:ext cx="2160000" cy="1440000"/>
          </a:xfrm>
          <a:prstGeom prst="rect">
            <a:avLst/>
          </a:prstGeom>
        </p:spPr>
      </p:pic>
      <p:pic>
        <p:nvPicPr>
          <p:cNvPr id="267" name="Graphic 266">
            <a:extLst>
              <a:ext uri="{FF2B5EF4-FFF2-40B4-BE49-F238E27FC236}">
                <a16:creationId xmlns:a16="http://schemas.microsoft.com/office/drawing/2014/main" id="{723CF2B5-F58E-48C9-F900-EE4AD33BEC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40733" y="7881537"/>
            <a:ext cx="2160000" cy="1440000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994D1A6E-C59A-8C81-3B82-DEFFF7CFCAE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4093" y="7881537"/>
            <a:ext cx="2160000" cy="1440000"/>
          </a:xfrm>
          <a:prstGeom prst="rect">
            <a:avLst/>
          </a:prstGeom>
        </p:spPr>
      </p:pic>
      <p:pic>
        <p:nvPicPr>
          <p:cNvPr id="271" name="Graphic 270">
            <a:extLst>
              <a:ext uri="{FF2B5EF4-FFF2-40B4-BE49-F238E27FC236}">
                <a16:creationId xmlns:a16="http://schemas.microsoft.com/office/drawing/2014/main" id="{8BB22849-0E85-7A12-24E0-FB37A2EC3D3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02613" y="6467580"/>
            <a:ext cx="2160000" cy="1440000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6FAF1153-9D41-6993-B77B-406F8741AA7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40733" y="6467580"/>
            <a:ext cx="2160000" cy="1440000"/>
          </a:xfrm>
          <a:prstGeom prst="rect">
            <a:avLst/>
          </a:prstGeom>
        </p:spPr>
      </p:pic>
      <p:pic>
        <p:nvPicPr>
          <p:cNvPr id="275" name="Graphic 274">
            <a:extLst>
              <a:ext uri="{FF2B5EF4-FFF2-40B4-BE49-F238E27FC236}">
                <a16:creationId xmlns:a16="http://schemas.microsoft.com/office/drawing/2014/main" id="{A926F34F-E51F-DD6C-5903-53CB158960B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94093" y="6467580"/>
            <a:ext cx="2160000" cy="1440000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684F81E6-92C3-2208-01F0-78FCBF50A55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402613" y="5023496"/>
            <a:ext cx="2160000" cy="1440000"/>
          </a:xfrm>
          <a:prstGeom prst="rect">
            <a:avLst/>
          </a:prstGeom>
        </p:spPr>
      </p:pic>
      <p:pic>
        <p:nvPicPr>
          <p:cNvPr id="279" name="Graphic 278">
            <a:extLst>
              <a:ext uri="{FF2B5EF4-FFF2-40B4-BE49-F238E27FC236}">
                <a16:creationId xmlns:a16="http://schemas.microsoft.com/office/drawing/2014/main" id="{76E840F5-072A-96D5-206C-252896AFFCB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40733" y="5023496"/>
            <a:ext cx="2160000" cy="1440000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49CB79E8-F90A-6109-77B0-DB2E463EA26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4093" y="5023496"/>
            <a:ext cx="2160000" cy="1440000"/>
          </a:xfrm>
          <a:prstGeom prst="rect">
            <a:avLst/>
          </a:prstGeom>
        </p:spPr>
      </p:pic>
      <p:pic>
        <p:nvPicPr>
          <p:cNvPr id="283" name="Graphic 282">
            <a:extLst>
              <a:ext uri="{FF2B5EF4-FFF2-40B4-BE49-F238E27FC236}">
                <a16:creationId xmlns:a16="http://schemas.microsoft.com/office/drawing/2014/main" id="{3229BDF2-4268-C000-CE3A-583B8E8CCC4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2613" y="3573195"/>
            <a:ext cx="2160000" cy="1440000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B9908E95-24E4-C976-FAE9-6AF6EDE5C9C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40733" y="3573195"/>
            <a:ext cx="2160000" cy="1440000"/>
          </a:xfrm>
          <a:prstGeom prst="rect">
            <a:avLst/>
          </a:prstGeom>
        </p:spPr>
      </p:pic>
      <p:pic>
        <p:nvPicPr>
          <p:cNvPr id="287" name="Graphic 286">
            <a:extLst>
              <a:ext uri="{FF2B5EF4-FFF2-40B4-BE49-F238E27FC236}">
                <a16:creationId xmlns:a16="http://schemas.microsoft.com/office/drawing/2014/main" id="{A04E197A-7858-E6FF-ED43-4617F8139EF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94093" y="3573195"/>
            <a:ext cx="2160000" cy="1440000"/>
          </a:xfrm>
          <a:prstGeom prst="rect">
            <a:avLst/>
          </a:prstGeom>
        </p:spPr>
      </p:pic>
      <p:pic>
        <p:nvPicPr>
          <p:cNvPr id="289" name="Graphic 288">
            <a:extLst>
              <a:ext uri="{FF2B5EF4-FFF2-40B4-BE49-F238E27FC236}">
                <a16:creationId xmlns:a16="http://schemas.microsoft.com/office/drawing/2014/main" id="{2D088F2D-0D13-0E58-65BD-79E4C82CABE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402613" y="2067698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333319" y="693777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331022" y="2120816"/>
            <a:ext cx="444948" cy="1308136"/>
            <a:chOff x="493527" y="3601442"/>
            <a:chExt cx="444948" cy="130813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0144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1875" y="439318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319628" y="3640913"/>
            <a:ext cx="444948" cy="1313216"/>
            <a:chOff x="493527" y="3596362"/>
            <a:chExt cx="444948" cy="131321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59636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319628" y="5082745"/>
            <a:ext cx="444948" cy="1308136"/>
            <a:chOff x="493527" y="3601442"/>
            <a:chExt cx="444948" cy="130813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0144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319628" y="6525753"/>
            <a:ext cx="444948" cy="1323376"/>
            <a:chOff x="493527" y="3586202"/>
            <a:chExt cx="444948" cy="132337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58620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319628" y="7942684"/>
            <a:ext cx="444948" cy="1323376"/>
            <a:chOff x="493527" y="3586202"/>
            <a:chExt cx="444948" cy="132337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58620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775834" y="9104924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656094" y="9092820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635504" y="9092820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266364" y="833534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266364" y="2273534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266364" y="3775307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266364" y="5221964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266364" y="6682128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266364" y="8090677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5954367" y="5050337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979336" y="486634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74170C43-5158-D5DC-4D22-8EF75BAA7519}"/>
              </a:ext>
            </a:extLst>
          </p:cNvPr>
          <p:cNvSpPr txBox="1"/>
          <p:nvPr/>
        </p:nvSpPr>
        <p:spPr>
          <a:xfrm>
            <a:off x="2015230" y="9504651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2FC59-5536-DDB3-1FEE-11A33AB9E986}"/>
              </a:ext>
            </a:extLst>
          </p:cNvPr>
          <p:cNvSpPr txBox="1"/>
          <p:nvPr/>
        </p:nvSpPr>
        <p:spPr>
          <a:xfrm>
            <a:off x="288760" y="119493"/>
            <a:ext cx="67214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44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F6FB77C6-9FEC-A913-C694-F78884EC6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4945" y="7722247"/>
            <a:ext cx="2160000" cy="1440000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8A060A33-1F7F-213E-6043-8540C0B5F9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4945" y="535234"/>
            <a:ext cx="2160000" cy="1440000"/>
          </a:xfrm>
          <a:prstGeom prst="rect">
            <a:avLst/>
          </a:prstGeom>
        </p:spPr>
      </p:pic>
      <p:pic>
        <p:nvPicPr>
          <p:cNvPr id="255" name="Graphic 254">
            <a:extLst>
              <a:ext uri="{FF2B5EF4-FFF2-40B4-BE49-F238E27FC236}">
                <a16:creationId xmlns:a16="http://schemas.microsoft.com/office/drawing/2014/main" id="{CC6778A0-B6B4-15DE-0CAE-00A7D1460A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4945" y="1914179"/>
            <a:ext cx="2160000" cy="14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A9BD7CA-70A0-E5E6-706F-26A2AB1734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4945" y="3429331"/>
            <a:ext cx="2160000" cy="14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3CBAC5E-F4E7-A027-9E3C-5EC05DFAF3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64945" y="4853140"/>
            <a:ext cx="2160000" cy="14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D07DF40-95F0-0FF1-FE40-B5326543E7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64945" y="6288372"/>
            <a:ext cx="2160000" cy="1440000"/>
          </a:xfrm>
          <a:prstGeom prst="rect">
            <a:avLst/>
          </a:prstGeom>
        </p:spPr>
      </p:pic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556594" y="737286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4DF5487F-14A8-75C5-16F4-27242CFB62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36094" y="7722247"/>
            <a:ext cx="2160000" cy="14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9E34AD2-0787-8A6E-C2A1-768539719D7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2481" y="7722247"/>
            <a:ext cx="2160000" cy="1440000"/>
          </a:xfrm>
          <a:prstGeom prst="rect">
            <a:avLst/>
          </a:prstGeom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734730" y="8887985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839418" y="8887985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879438" y="8887985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556594" y="2113266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549421" y="3619656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574177" y="5043375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549421" y="6496825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555801" y="7925745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116559" y="4869121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979336" y="473143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pic>
        <p:nvPicPr>
          <p:cNvPr id="263" name="Graphic 262">
            <a:extLst>
              <a:ext uri="{FF2B5EF4-FFF2-40B4-BE49-F238E27FC236}">
                <a16:creationId xmlns:a16="http://schemas.microsoft.com/office/drawing/2014/main" id="{1CE7B1BF-F271-8360-6E31-1C257F8E34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2481" y="535234"/>
            <a:ext cx="2160000" cy="1440000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540BD232-E52D-417E-0583-B3515E1414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36094" y="535234"/>
            <a:ext cx="2160000" cy="1440000"/>
          </a:xfrm>
          <a:prstGeom prst="rect">
            <a:avLst/>
          </a:prstGeom>
        </p:spPr>
      </p:pic>
      <p:pic>
        <p:nvPicPr>
          <p:cNvPr id="259" name="Graphic 258">
            <a:extLst>
              <a:ext uri="{FF2B5EF4-FFF2-40B4-BE49-F238E27FC236}">
                <a16:creationId xmlns:a16="http://schemas.microsoft.com/office/drawing/2014/main" id="{F82A7088-5199-9076-803A-04A0B133B3F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2481" y="1914179"/>
            <a:ext cx="2160000" cy="1440000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1BEE851D-CF71-3ACA-E2AA-8837F85679E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36094" y="1914179"/>
            <a:ext cx="2160000" cy="1440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3BA6702-7035-0BE4-2AA4-F328EE2639A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2481" y="3429331"/>
            <a:ext cx="2160000" cy="144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9F4D18B-220B-BD00-2724-C6DB0C80008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36094" y="3429331"/>
            <a:ext cx="2160000" cy="14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898B14B-74AD-6255-E3F1-2A059C3082C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2481" y="4853140"/>
            <a:ext cx="2160000" cy="14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12ECAA5-A249-5EA1-CD54-41AD385222F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636094" y="4853140"/>
            <a:ext cx="2160000" cy="14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4FD96E7-C561-64D3-3539-E493E2AACD6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22481" y="6288372"/>
            <a:ext cx="2160000" cy="14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2A553F9-6AAD-3D19-D4D7-FE16DAC8928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36094" y="6288372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364414" y="608786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364414" y="1990888"/>
            <a:ext cx="444948" cy="1292896"/>
            <a:chOff x="493527" y="3616682"/>
            <a:chExt cx="444948" cy="129289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364414" y="3507835"/>
            <a:ext cx="444948" cy="1292896"/>
            <a:chOff x="493527" y="3616682"/>
            <a:chExt cx="444948" cy="129289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364414" y="4921740"/>
            <a:ext cx="444948" cy="1292896"/>
            <a:chOff x="493527" y="3616682"/>
            <a:chExt cx="444948" cy="129289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364414" y="6358415"/>
            <a:ext cx="444948" cy="1292896"/>
            <a:chOff x="493527" y="3616682"/>
            <a:chExt cx="444948" cy="129289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364414" y="7794492"/>
            <a:ext cx="444948" cy="1292896"/>
            <a:chOff x="493527" y="3616682"/>
            <a:chExt cx="444948" cy="129289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2600435-AABE-0847-D64A-594264DAA734}"/>
              </a:ext>
            </a:extLst>
          </p:cNvPr>
          <p:cNvSpPr txBox="1"/>
          <p:nvPr/>
        </p:nvSpPr>
        <p:spPr>
          <a:xfrm>
            <a:off x="2015230" y="9333165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D5983-24FE-F857-D1A7-E04829DD7D81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6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Content Placeholder 4">
            <a:extLst>
              <a:ext uri="{FF2B5EF4-FFF2-40B4-BE49-F238E27FC236}">
                <a16:creationId xmlns:a16="http://schemas.microsoft.com/office/drawing/2014/main" id="{8B2F207C-B02C-2F1C-1703-48B4A67CD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268" y="7813819"/>
            <a:ext cx="2160000" cy="1440000"/>
          </a:xfr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7A05F364-399F-9D7D-6475-A712F6AC8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0401" y="7813819"/>
            <a:ext cx="2160000" cy="144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FF1A3E9C-DE5B-498B-991E-02BCC41C96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8765" y="7813819"/>
            <a:ext cx="2160000" cy="14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0E03DA3-3907-A71C-E8DF-D7F616CC60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8765" y="6391712"/>
            <a:ext cx="2160000" cy="14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148620A-D2AD-BAA9-9D7A-F8565877A1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268" y="504713"/>
            <a:ext cx="2160000" cy="1440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4551FB7-E439-B415-5DFF-0E52093C8F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70401" y="6391712"/>
            <a:ext cx="2160000" cy="14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2AF8B4B-116C-E71F-6901-589CAA8C36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8268" y="6391712"/>
            <a:ext cx="2160000" cy="14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60B70FB-4854-EADE-008F-AE305E05CD5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28765" y="4891850"/>
            <a:ext cx="2160000" cy="14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2581D5E-6FC0-A3AB-100A-9E5F1C8761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70401" y="4891850"/>
            <a:ext cx="2160000" cy="14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0EBF34B-18B0-370B-CD0C-687D4798F1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8268" y="4891850"/>
            <a:ext cx="2160000" cy="14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65B2F92-276C-50FC-E89A-9888A64E03F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728765" y="3405866"/>
            <a:ext cx="2160000" cy="14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EE4F666-A831-425E-1A61-7AF49D59D83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70401" y="3405866"/>
            <a:ext cx="2160000" cy="14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FE3E7D3-172D-4525-D2AC-CE6B0D0FF61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8268" y="3405866"/>
            <a:ext cx="2160000" cy="14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4B228EF-4B98-0BA1-6E1E-B9E1EEEF576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728765" y="1944713"/>
            <a:ext cx="2160000" cy="14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F431DA3-093D-9BB7-6B27-57529D537A6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670401" y="1944713"/>
            <a:ext cx="2160000" cy="14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FB4B4981-2992-2ABA-2B0E-1245526BCCC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28268" y="1944713"/>
            <a:ext cx="2160000" cy="14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F4DF34FE-345F-01EE-E525-5B12C8CCD02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728765" y="504713"/>
            <a:ext cx="2160000" cy="14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4654134E-0709-1A48-2F2E-6B3E3C8C946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70401" y="504713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479664" y="587668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479664" y="2011407"/>
            <a:ext cx="444948" cy="1292896"/>
            <a:chOff x="493527" y="3616682"/>
            <a:chExt cx="444948" cy="129289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479664" y="3472126"/>
            <a:ext cx="444948" cy="1292896"/>
            <a:chOff x="493527" y="3616682"/>
            <a:chExt cx="444948" cy="129289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479664" y="4963825"/>
            <a:ext cx="444948" cy="1292896"/>
            <a:chOff x="493527" y="3616682"/>
            <a:chExt cx="444948" cy="129289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479664" y="6465354"/>
            <a:ext cx="444948" cy="1292896"/>
            <a:chOff x="493527" y="3616682"/>
            <a:chExt cx="444948" cy="129289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483380" y="7879128"/>
            <a:ext cx="444948" cy="1292896"/>
            <a:chOff x="493527" y="3616682"/>
            <a:chExt cx="444948" cy="129289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827385" y="8995079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877033" y="8995079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928933" y="8992488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630622" y="725124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630622" y="2166038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630622" y="3634479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630622" y="5088241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630622" y="6611934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663709" y="8022282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365847" y="4900437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979336" y="471644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9E6136-0210-9AC3-7571-941FDF22502C}"/>
              </a:ext>
            </a:extLst>
          </p:cNvPr>
          <p:cNvSpPr txBox="1"/>
          <p:nvPr/>
        </p:nvSpPr>
        <p:spPr>
          <a:xfrm>
            <a:off x="2088542" y="9463130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C5900-6A64-D831-C833-DFD248B1F43B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02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AFFDA3FD-FBE1-E844-7407-F51CF7A50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5540" y="1974535"/>
            <a:ext cx="2160000" cy="14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81B9125-530A-FB21-2F8A-5AC6AFD6D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893" y="2003815"/>
            <a:ext cx="2160000" cy="14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F470323-613C-7722-664F-E127423AAF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3188" y="2007890"/>
            <a:ext cx="2160000" cy="14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954E458-4118-91C8-ABC5-FF3E828378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3188" y="7557718"/>
            <a:ext cx="2160000" cy="14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072B81D2-FA28-60AC-0B6D-D5C4D20FF8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65540" y="3301504"/>
            <a:ext cx="2160000" cy="1440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7A751D78-3A1B-F15D-14A2-28D368C17D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65540" y="4642994"/>
            <a:ext cx="2160000" cy="14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4903135-E17A-43C7-6196-6E29036949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65540" y="6068304"/>
            <a:ext cx="2160000" cy="14400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DA9DCF3-1B46-AAF9-759B-4445CF0FEC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65540" y="7554133"/>
            <a:ext cx="2160000" cy="14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EDAF228-A6CC-B8FF-6FAF-18EE8031210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65540" y="564673"/>
            <a:ext cx="2160000" cy="144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933DCBB8-7D5B-69C8-AAB4-2E349B44D22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7893" y="3324419"/>
            <a:ext cx="2160000" cy="14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4A85939E-A505-392C-623E-CF676115C7A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7893" y="4725198"/>
            <a:ext cx="2160000" cy="144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A11EF561-DFE5-ECAC-16C7-158F819DDCA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7893" y="6097684"/>
            <a:ext cx="2160000" cy="14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208E7860-6ADA-BB5F-DA94-37F0CEE3C2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7893" y="7555317"/>
            <a:ext cx="2160000" cy="14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A419B3BF-DC76-0D36-7879-535371E7035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7893" y="581892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361959" y="675566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384827" y="2086147"/>
            <a:ext cx="444948" cy="1292896"/>
            <a:chOff x="493527" y="3616682"/>
            <a:chExt cx="444948" cy="129289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347245" y="3396949"/>
            <a:ext cx="444948" cy="1292896"/>
            <a:chOff x="493527" y="3616682"/>
            <a:chExt cx="444948" cy="129289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380051" y="4808959"/>
            <a:ext cx="444948" cy="1292896"/>
            <a:chOff x="493527" y="3616682"/>
            <a:chExt cx="444948" cy="129289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319628" y="6158953"/>
            <a:ext cx="444948" cy="1292896"/>
            <a:chOff x="493527" y="3616682"/>
            <a:chExt cx="444948" cy="129289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319628" y="7624144"/>
            <a:ext cx="444948" cy="1292896"/>
            <a:chOff x="493527" y="3616682"/>
            <a:chExt cx="444948" cy="129289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721667" y="8726655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780292" y="8726655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799738" y="8726655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7C08AC33-EEE4-16D4-8BB8-4430F015015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603188" y="3370265"/>
            <a:ext cx="2160000" cy="14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73A3826-C648-0886-F3E2-B5AEA59244B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603188" y="4716755"/>
            <a:ext cx="2160000" cy="14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0A971D6B-CAD8-1E41-CDC4-CC1D69C4292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603188" y="6110916"/>
            <a:ext cx="2160000" cy="144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77D91E5-BA2C-BCAD-1B60-08F4AA756FA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603188" y="550377"/>
            <a:ext cx="2160000" cy="1440000"/>
          </a:xfrm>
          <a:prstGeom prst="rect">
            <a:avLst/>
          </a:prstGeom>
        </p:spPr>
      </p:pic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494583" y="765809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496392" y="2221514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494583" y="3582191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494583" y="4921635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494583" y="6313424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494583" y="7763901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058359" y="4740077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979336" y="456304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1FAF1C90-D5CD-B171-D1D9-6F2AE7E3D0AD}"/>
              </a:ext>
            </a:extLst>
          </p:cNvPr>
          <p:cNvSpPr txBox="1"/>
          <p:nvPr/>
        </p:nvSpPr>
        <p:spPr>
          <a:xfrm>
            <a:off x="2013871" y="9183783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04527-A2AA-C74B-1EED-AE210B23D6C4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53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Content Placeholder 4">
            <a:extLst>
              <a:ext uri="{FF2B5EF4-FFF2-40B4-BE49-F238E27FC236}">
                <a16:creationId xmlns:a16="http://schemas.microsoft.com/office/drawing/2014/main" id="{4B40B8CD-0765-3A38-0DF1-3D92E0620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2308" y="7725517"/>
            <a:ext cx="2160000" cy="1440000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7E5D257-A4C9-8875-EC90-95A5325E0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2308" y="3455966"/>
            <a:ext cx="2160000" cy="14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F411481-3467-07BF-630A-7853065FC2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2308" y="1967210"/>
            <a:ext cx="2160000" cy="14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BCD7740-FD61-1A7A-71E2-1ADDE9C307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2308" y="535485"/>
            <a:ext cx="2160000" cy="144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A9E48D4-167E-3BA3-468A-8EF1D70585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2308" y="6268688"/>
            <a:ext cx="2160000" cy="144000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31B0A09-728A-052B-9350-007729DE3F55}"/>
              </a:ext>
            </a:extLst>
          </p:cNvPr>
          <p:cNvGrpSpPr/>
          <p:nvPr/>
        </p:nvGrpSpPr>
        <p:grpSpPr>
          <a:xfrm>
            <a:off x="2539239" y="535485"/>
            <a:ext cx="2160000" cy="8630032"/>
            <a:chOff x="2539239" y="295645"/>
            <a:chExt cx="2160000" cy="863003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D2E87E02-9BF2-94DD-4F0C-E596207F1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539239" y="7485677"/>
              <a:ext cx="2160000" cy="144000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E1DAFCB1-18EB-CEE0-A989-4F7DFA322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39239" y="4654974"/>
              <a:ext cx="2160000" cy="14400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BB0ADEF-3047-DD1B-9456-F67173309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39239" y="3216126"/>
              <a:ext cx="2160000" cy="14400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6FCC14F-9F68-DD6C-EF21-0E5299342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539239" y="1727370"/>
              <a:ext cx="2160000" cy="1440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D2AA9A5F-CCBD-2A1D-0520-BC75EA25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539239" y="295645"/>
              <a:ext cx="2160000" cy="144000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2DE4EFD-6E4D-28AB-091E-F86F52F69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539239" y="6028848"/>
              <a:ext cx="2160000" cy="1440000"/>
            </a:xfrm>
            <a:prstGeom prst="rect">
              <a:avLst/>
            </a:prstGeom>
          </p:spPr>
        </p:pic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DBBB4414-A438-CA6A-FEE5-EF2411CA931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92308" y="4894814"/>
            <a:ext cx="2160000" cy="14400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3B69F76-ED12-A555-81FD-34B700CFAC41}"/>
              </a:ext>
            </a:extLst>
          </p:cNvPr>
          <p:cNvGrpSpPr/>
          <p:nvPr/>
        </p:nvGrpSpPr>
        <p:grpSpPr>
          <a:xfrm>
            <a:off x="397090" y="535485"/>
            <a:ext cx="2325196" cy="8630032"/>
            <a:chOff x="397090" y="295645"/>
            <a:chExt cx="2325196" cy="8630032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8561AFB1-6E7E-AC7C-1DA2-79FE448B7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62286" y="7485677"/>
              <a:ext cx="2160000" cy="1440000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DA49902-5F32-D01E-A827-AD5C3B986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62286" y="4654974"/>
              <a:ext cx="2160000" cy="14400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B2B52B4-218D-508B-D4CC-BEC9AF15C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562286" y="3216126"/>
              <a:ext cx="2160000" cy="1440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6F9C8B8-58E1-DC60-7B41-0EC791A98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562286" y="1727370"/>
              <a:ext cx="2160000" cy="14400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8EB0DB8-F7AB-EDBE-9B2B-D30D851EC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62286" y="6028848"/>
              <a:ext cx="2160000" cy="14400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4F00F98A-CDC2-4180-FD0F-CD6BE4C94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562286" y="295645"/>
              <a:ext cx="2160000" cy="1440000"/>
            </a:xfrm>
            <a:prstGeom prst="rect">
              <a:avLst/>
            </a:prstGeom>
          </p:spPr>
        </p:pic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674D3479-9AAD-FDB7-7BBC-3B70F0103046}"/>
                </a:ext>
              </a:extLst>
            </p:cNvPr>
            <p:cNvGrpSpPr/>
            <p:nvPr/>
          </p:nvGrpSpPr>
          <p:grpSpPr>
            <a:xfrm>
              <a:off x="404412" y="355130"/>
              <a:ext cx="445960" cy="1292896"/>
              <a:chOff x="493527" y="3616682"/>
              <a:chExt cx="445960" cy="1292896"/>
            </a:xfrm>
          </p:grpSpPr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278C4F1B-77A5-2E5F-A453-57E03C825082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61CBD6FF-9971-30C1-1035-A9F8CA5D74C6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F4F210B-56EE-6F50-EA68-FB7D1756C631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9DB73E07-0030-9E4A-A00F-D3A572F4CC1C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8ABBF215-4F8B-1D17-43CF-7AA78FC9D322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71E9FC0-1256-59A7-D1F2-E5C794161323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E8708124-D2AC-3AAC-7E15-E5A0D487CE83}"/>
                  </a:ext>
                </a:extLst>
              </p:cNvPr>
              <p:cNvSpPr txBox="1"/>
              <p:nvPr/>
            </p:nvSpPr>
            <p:spPr>
              <a:xfrm>
                <a:off x="579201" y="439586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45A62687-0E3F-2ADC-6174-51E4F3F14CD3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77EF9E5A-D807-3177-2EE3-C8F9BCF088E6}"/>
                </a:ext>
              </a:extLst>
            </p:cNvPr>
            <p:cNvGrpSpPr/>
            <p:nvPr/>
          </p:nvGrpSpPr>
          <p:grpSpPr>
            <a:xfrm>
              <a:off x="409483" y="1791179"/>
              <a:ext cx="444948" cy="1292896"/>
              <a:chOff x="493527" y="3616682"/>
              <a:chExt cx="444948" cy="1292896"/>
            </a:xfrm>
          </p:grpSpPr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46ACC9C-8C1D-2330-F354-90D7057ED4DA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65DAD4ED-60C4-EDD8-3E4E-B71D579A6E6B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0539918D-2A20-A97F-D6F7-1BAA8BBF8EF7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02435EBB-E1B4-66BE-CC3E-8FFD5228B804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38E02944-9A4E-07B1-6433-67A3AC39F1EB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96358E90-DF24-1834-BF68-E2697B1A05A3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389E166-FC42-7FCD-EF76-C1DBF59DC7B9}"/>
                  </a:ext>
                </a:extLst>
              </p:cNvPr>
              <p:cNvSpPr txBox="1"/>
              <p:nvPr/>
            </p:nvSpPr>
            <p:spPr>
              <a:xfrm>
                <a:off x="578189" y="43788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33D9585B-F0F4-8110-354C-25DBFE48CD7D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31EA0FAE-12F0-A5AD-B958-0D31DBFB84CB}"/>
                </a:ext>
              </a:extLst>
            </p:cNvPr>
            <p:cNvGrpSpPr/>
            <p:nvPr/>
          </p:nvGrpSpPr>
          <p:grpSpPr>
            <a:xfrm>
              <a:off x="411273" y="3289102"/>
              <a:ext cx="445498" cy="1292896"/>
              <a:chOff x="493527" y="3616682"/>
              <a:chExt cx="445498" cy="1292896"/>
            </a:xfrm>
          </p:grpSpPr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DA72E3A0-0C8B-5277-0D9A-A815D9C6682B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BC45C66E-0AF0-313F-52D1-298B5E1CF151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165F6788-0076-EAB5-C202-C66134F87A4A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E884E2CD-46EB-33E2-B595-4B345E08D865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F1D8654B-BFE9-783D-7EDD-AFB89D414F77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EFA1376D-673D-E8C7-4245-01B5363E9E90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399F8E7B-1E61-7333-ABA4-5651746D19CC}"/>
                  </a:ext>
                </a:extLst>
              </p:cNvPr>
              <p:cNvSpPr txBox="1"/>
              <p:nvPr/>
            </p:nvSpPr>
            <p:spPr>
              <a:xfrm>
                <a:off x="578739" y="439739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5358E76B-3CD6-4E41-04AD-C15B25CD2875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6B06E514-6620-C517-CD31-D49EB853C236}"/>
                </a:ext>
              </a:extLst>
            </p:cNvPr>
            <p:cNvGrpSpPr/>
            <p:nvPr/>
          </p:nvGrpSpPr>
          <p:grpSpPr>
            <a:xfrm>
              <a:off x="411273" y="4725230"/>
              <a:ext cx="444948" cy="1292896"/>
              <a:chOff x="493527" y="3616682"/>
              <a:chExt cx="444948" cy="1292896"/>
            </a:xfrm>
          </p:grpSpPr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276E86F3-7E08-CB43-ECE3-A084C3374EB7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6EFDAB97-65F6-543D-88FD-B6544D59504C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F9B7098A-5C0E-D8F6-24BB-4282C6F3C029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8639070A-9103-CDD3-D0B2-8EE15CB71B39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E0D073EB-CD18-FDD1-F42C-615A7EFF9ECF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9183817B-5A31-02AA-7AA5-182D581602FB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57237007-39AE-B60B-13CC-95808F023325}"/>
                  </a:ext>
                </a:extLst>
              </p:cNvPr>
              <p:cNvSpPr txBox="1"/>
              <p:nvPr/>
            </p:nvSpPr>
            <p:spPr>
              <a:xfrm>
                <a:off x="578189" y="4395151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753DF74C-52C0-EA7B-2601-78202FAA72B4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D363DDEA-8DB7-8DAC-1609-3B5F937003C3}"/>
                </a:ext>
              </a:extLst>
            </p:cNvPr>
            <p:cNvGrpSpPr/>
            <p:nvPr/>
          </p:nvGrpSpPr>
          <p:grpSpPr>
            <a:xfrm>
              <a:off x="409483" y="6108061"/>
              <a:ext cx="444948" cy="1292896"/>
              <a:chOff x="493527" y="3616682"/>
              <a:chExt cx="444948" cy="1292896"/>
            </a:xfrm>
          </p:grpSpPr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A1FAE273-DDAA-E6FE-E40E-18B8D875075D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FC7177A3-E138-6E13-E815-587D20DE90D8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2D318CB5-6953-1648-75E5-E6A33580B6CA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F8C30296-C7DF-5089-7532-9DBFE81F040D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0E671D4D-57B2-33A9-A829-51E937BCC039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08B7A9E-6D5B-E7BB-E746-0AF9091FE452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4F06429D-0E4C-2758-DBA4-B6CAFBC6AAF7}"/>
                  </a:ext>
                </a:extLst>
              </p:cNvPr>
              <p:cNvSpPr txBox="1"/>
              <p:nvPr/>
            </p:nvSpPr>
            <p:spPr>
              <a:xfrm>
                <a:off x="578189" y="4392574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78619A0B-A49B-1D39-F935-5E6F8AC5B1E7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11BAFE9B-B717-6C7E-52CC-0FF852C67CE5}"/>
                </a:ext>
              </a:extLst>
            </p:cNvPr>
            <p:cNvGrpSpPr/>
            <p:nvPr/>
          </p:nvGrpSpPr>
          <p:grpSpPr>
            <a:xfrm>
              <a:off x="397090" y="7558783"/>
              <a:ext cx="452270" cy="1292896"/>
              <a:chOff x="493527" y="3616682"/>
              <a:chExt cx="452270" cy="1292896"/>
            </a:xfrm>
          </p:grpSpPr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E9E4289-080C-5619-D49D-0EDBE4BD597D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9B322F90-73E7-78A6-1F57-0FE0EF88A8A7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0A83664-BBE1-A617-1874-9618C647424F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DF9289A0-12D8-93C4-D912-71B5D37719F7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A41B1BD4-AB11-6C9B-80D7-1B59DB580B38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74C03008-79BA-2BF4-FF69-3F59D828A748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2CA600A4-4CD2-E05B-0142-4E11CA88039A}"/>
                  </a:ext>
                </a:extLst>
              </p:cNvPr>
              <p:cNvSpPr txBox="1"/>
              <p:nvPr/>
            </p:nvSpPr>
            <p:spPr>
              <a:xfrm>
                <a:off x="585511" y="439784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F40D8FA4-FF0B-91CA-5C6E-C22535F1A6AE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757084" y="8871661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746746" y="8871661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808653" y="8885378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466945" y="730060"/>
            <a:ext cx="360286" cy="1153138"/>
            <a:chOff x="569892" y="5725158"/>
            <a:chExt cx="360286" cy="1049111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8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5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466945" y="2179098"/>
            <a:ext cx="360286" cy="1153138"/>
            <a:chOff x="569892" y="5725158"/>
            <a:chExt cx="360286" cy="1049111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8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5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466945" y="3668625"/>
            <a:ext cx="360286" cy="1153138"/>
            <a:chOff x="569892" y="5725158"/>
            <a:chExt cx="360286" cy="1049111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8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5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466945" y="5102526"/>
            <a:ext cx="360286" cy="1153138"/>
            <a:chOff x="569892" y="5725158"/>
            <a:chExt cx="360286" cy="1049111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8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5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466945" y="6481042"/>
            <a:ext cx="360286" cy="1153138"/>
            <a:chOff x="569892" y="5725158"/>
            <a:chExt cx="360286" cy="1049111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8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5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463582" y="7938381"/>
            <a:ext cx="360286" cy="1153138"/>
            <a:chOff x="569892" y="5725158"/>
            <a:chExt cx="360286" cy="1049111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8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5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061047" y="4930417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918376" y="474642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994E76-6782-49B7-788D-91F037911352}"/>
              </a:ext>
            </a:extLst>
          </p:cNvPr>
          <p:cNvSpPr txBox="1"/>
          <p:nvPr/>
        </p:nvSpPr>
        <p:spPr>
          <a:xfrm>
            <a:off x="2015230" y="9323771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A9357-1A2F-1E05-12DD-986E5B6E3470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21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8A127C82-B35F-AC4B-E33E-0781ABA11D39}"/>
              </a:ext>
            </a:extLst>
          </p:cNvPr>
          <p:cNvGrpSpPr/>
          <p:nvPr/>
        </p:nvGrpSpPr>
        <p:grpSpPr>
          <a:xfrm>
            <a:off x="4592308" y="564673"/>
            <a:ext cx="2263333" cy="8683408"/>
            <a:chOff x="4592308" y="294853"/>
            <a:chExt cx="2263333" cy="868340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504C73D-022C-BC30-F368-E09C30058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95641" y="7538261"/>
              <a:ext cx="2160000" cy="14400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A755976-7960-98BD-9658-549A0C4B8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3750" y="6162962"/>
              <a:ext cx="2160000" cy="14400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09141FC-5BAC-363C-D154-65204D2BB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33646" y="4647795"/>
              <a:ext cx="2160000" cy="1440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C2796E3-30C2-AFE6-9BAD-7B3ABBD9A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13405" y="3180447"/>
              <a:ext cx="2160000" cy="14400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1890BBB5-2D54-8508-C1E7-701725513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03188" y="1757947"/>
              <a:ext cx="2160000" cy="144000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3DE5B104-BE92-FAF5-3E39-0E579E42F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592308" y="294853"/>
              <a:ext cx="2160000" cy="14400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71E6A8-1CEC-CE2C-6456-4FD2794E4C1A}"/>
              </a:ext>
            </a:extLst>
          </p:cNvPr>
          <p:cNvGrpSpPr/>
          <p:nvPr/>
        </p:nvGrpSpPr>
        <p:grpSpPr>
          <a:xfrm>
            <a:off x="2604427" y="564673"/>
            <a:ext cx="2160000" cy="8708960"/>
            <a:chOff x="2569301" y="294853"/>
            <a:chExt cx="2160000" cy="8708960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151C8F4-CC61-C096-8B29-5E97E17CA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69301" y="6024791"/>
              <a:ext cx="2160000" cy="14400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66E0C56-282F-4355-CC10-D819BFCE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69301" y="7563813"/>
              <a:ext cx="2160000" cy="14400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966CFC5-D10E-F0E1-573C-EF09D9610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569301" y="4660639"/>
              <a:ext cx="2160000" cy="1440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D544577A-5458-6405-FA07-073B30666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569301" y="3207795"/>
              <a:ext cx="2160000" cy="14400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B673AE5-3277-56AF-8FA8-B58CE4A18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569301" y="1748113"/>
              <a:ext cx="2160000" cy="14400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E4C94690-A207-B2D9-98EA-A380AFA52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569301" y="294853"/>
              <a:ext cx="2160000" cy="144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FC227E-1020-8439-F389-7C5AD98F0EE3}"/>
              </a:ext>
            </a:extLst>
          </p:cNvPr>
          <p:cNvGrpSpPr/>
          <p:nvPr/>
        </p:nvGrpSpPr>
        <p:grpSpPr>
          <a:xfrm>
            <a:off x="464726" y="561117"/>
            <a:ext cx="2311819" cy="8712516"/>
            <a:chOff x="464726" y="291297"/>
            <a:chExt cx="2311819" cy="871251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DC2E83D-081E-CBA4-BDDD-65AB43F7E26C}"/>
                </a:ext>
              </a:extLst>
            </p:cNvPr>
            <p:cNvGrpSpPr/>
            <p:nvPr/>
          </p:nvGrpSpPr>
          <p:grpSpPr>
            <a:xfrm>
              <a:off x="616545" y="291297"/>
              <a:ext cx="2160000" cy="8712516"/>
              <a:chOff x="616545" y="291297"/>
              <a:chExt cx="2160000" cy="8712516"/>
            </a:xfrm>
          </p:grpSpPr>
          <p:pic>
            <p:nvPicPr>
              <p:cNvPr id="3" name="Graphic 2">
                <a:extLst>
                  <a:ext uri="{FF2B5EF4-FFF2-40B4-BE49-F238E27FC236}">
                    <a16:creationId xmlns:a16="http://schemas.microsoft.com/office/drawing/2014/main" id="{B8B2A343-93BA-6423-DFAB-6419C67A7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616545" y="6013143"/>
                <a:ext cx="2160000" cy="1440000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040FE441-467C-BC50-118C-8880EDC96A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616545" y="7563813"/>
                <a:ext cx="2160000" cy="1440000"/>
              </a:xfrm>
              <a:prstGeom prst="rect">
                <a:avLst/>
              </a:prstGeom>
            </p:spPr>
          </p:pic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68BE224D-24D3-3C36-3D3C-6ECDC2BF2D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616545" y="4631673"/>
                <a:ext cx="2160000" cy="1440000"/>
              </a:xfrm>
              <a:prstGeom prst="rect">
                <a:avLst/>
              </a:prstGeom>
            </p:spPr>
          </p:pic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DE4BFA4E-AF0B-736E-EAF1-E086519F57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p:blipFill>
            <p:spPr>
              <a:xfrm>
                <a:off x="616545" y="3197954"/>
                <a:ext cx="2160000" cy="1440000"/>
              </a:xfrm>
              <a:prstGeom prst="rect">
                <a:avLst/>
              </a:prstGeom>
            </p:spPr>
          </p:pic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8B0B4DA7-7DD6-18CF-C73E-7BD60AD099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616545" y="1697636"/>
                <a:ext cx="2160000" cy="1440000"/>
              </a:xfrm>
              <a:prstGeom prst="rect">
                <a:avLst/>
              </a:prstGeom>
            </p:spPr>
          </p:pic>
          <p:pic>
            <p:nvPicPr>
              <p:cNvPr id="37" name="Graphic 36">
                <a:extLst>
                  <a:ext uri="{FF2B5EF4-FFF2-40B4-BE49-F238E27FC236}">
                    <a16:creationId xmlns:a16="http://schemas.microsoft.com/office/drawing/2014/main" id="{9C858A4C-BE8C-6A62-159D-98D8B0E8C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p:blipFill>
            <p:spPr>
              <a:xfrm>
                <a:off x="616545" y="291297"/>
                <a:ext cx="2160000" cy="1440000"/>
              </a:xfrm>
              <a:prstGeom prst="rect">
                <a:avLst/>
              </a:prstGeom>
            </p:spPr>
          </p:pic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674D3479-9AAD-FDB7-7BBC-3B70F0103046}"/>
                </a:ext>
              </a:extLst>
            </p:cNvPr>
            <p:cNvGrpSpPr/>
            <p:nvPr/>
          </p:nvGrpSpPr>
          <p:grpSpPr>
            <a:xfrm>
              <a:off x="464726" y="359084"/>
              <a:ext cx="444948" cy="1292896"/>
              <a:chOff x="493527" y="3616682"/>
              <a:chExt cx="444948" cy="1292896"/>
            </a:xfrm>
          </p:grpSpPr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278C4F1B-77A5-2E5F-A453-57E03C825082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61CBD6FF-9971-30C1-1035-A9F8CA5D74C6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F4F210B-56EE-6F50-EA68-FB7D1756C631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9DB73E07-0030-9E4A-A00F-D3A572F4CC1C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8ABBF215-4F8B-1D17-43CF-7AA78FC9D322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71E9FC0-1256-59A7-D1F2-E5C794161323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E8708124-D2AC-3AAC-7E15-E5A0D487CE83}"/>
                  </a:ext>
                </a:extLst>
              </p:cNvPr>
              <p:cNvSpPr txBox="1"/>
              <p:nvPr/>
            </p:nvSpPr>
            <p:spPr>
              <a:xfrm>
                <a:off x="578189" y="4396949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45A62687-0E3F-2ADC-6174-51E4F3F14CD3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77EF9E5A-D807-3177-2EE3-C8F9BCF088E6}"/>
                </a:ext>
              </a:extLst>
            </p:cNvPr>
            <p:cNvGrpSpPr/>
            <p:nvPr/>
          </p:nvGrpSpPr>
          <p:grpSpPr>
            <a:xfrm>
              <a:off x="464726" y="1764196"/>
              <a:ext cx="444948" cy="1292896"/>
              <a:chOff x="493527" y="3616682"/>
              <a:chExt cx="444948" cy="1292896"/>
            </a:xfrm>
          </p:grpSpPr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46ACC9C-8C1D-2330-F354-90D7057ED4DA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65DAD4ED-60C4-EDD8-3E4E-B71D579A6E6B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0539918D-2A20-A97F-D6F7-1BAA8BBF8EF7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02435EBB-E1B4-66BE-CC3E-8FFD5228B804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38E02944-9A4E-07B1-6433-67A3AC39F1EB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96358E90-DF24-1834-BF68-E2697B1A05A3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389E166-FC42-7FCD-EF76-C1DBF59DC7B9}"/>
                  </a:ext>
                </a:extLst>
              </p:cNvPr>
              <p:cNvSpPr txBox="1"/>
              <p:nvPr/>
            </p:nvSpPr>
            <p:spPr>
              <a:xfrm>
                <a:off x="578189" y="441501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33D9585B-F0F4-8110-354C-25DBFE48CD7D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31EA0FAE-12F0-A5AD-B958-0D31DBFB84CB}"/>
                </a:ext>
              </a:extLst>
            </p:cNvPr>
            <p:cNvGrpSpPr/>
            <p:nvPr/>
          </p:nvGrpSpPr>
          <p:grpSpPr>
            <a:xfrm>
              <a:off x="466183" y="3262720"/>
              <a:ext cx="444948" cy="1292896"/>
              <a:chOff x="493527" y="3616682"/>
              <a:chExt cx="444948" cy="1292896"/>
            </a:xfrm>
          </p:grpSpPr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DA72E3A0-0C8B-5277-0D9A-A815D9C6682B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BC45C66E-0AF0-313F-52D1-298B5E1CF151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165F6788-0076-EAB5-C202-C66134F87A4A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E884E2CD-46EB-33E2-B595-4B345E08D865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F1D8654B-BFE9-783D-7EDD-AFB89D414F77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EFA1376D-673D-E8C7-4245-01B5363E9E90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399F8E7B-1E61-7333-ABA4-5651746D19CC}"/>
                  </a:ext>
                </a:extLst>
              </p:cNvPr>
              <p:cNvSpPr txBox="1"/>
              <p:nvPr/>
            </p:nvSpPr>
            <p:spPr>
              <a:xfrm>
                <a:off x="578189" y="43788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5358E76B-3CD6-4E41-04AD-C15B25CD2875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6B06E514-6620-C517-CD31-D49EB853C236}"/>
                </a:ext>
              </a:extLst>
            </p:cNvPr>
            <p:cNvGrpSpPr/>
            <p:nvPr/>
          </p:nvGrpSpPr>
          <p:grpSpPr>
            <a:xfrm>
              <a:off x="464726" y="4687554"/>
              <a:ext cx="444948" cy="1292896"/>
              <a:chOff x="493527" y="3616682"/>
              <a:chExt cx="444948" cy="1292896"/>
            </a:xfrm>
          </p:grpSpPr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276E86F3-7E08-CB43-ECE3-A084C3374EB7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6EFDAB97-65F6-543D-88FD-B6544D59504C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F9B7098A-5C0E-D8F6-24BB-4282C6F3C029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8639070A-9103-CDD3-D0B2-8EE15CB71B39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E0D073EB-CD18-FDD1-F42C-615A7EFF9ECF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9183817B-5A31-02AA-7AA5-182D581602FB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57237007-39AE-B60B-13CC-95808F023325}"/>
                  </a:ext>
                </a:extLst>
              </p:cNvPr>
              <p:cNvSpPr txBox="1"/>
              <p:nvPr/>
            </p:nvSpPr>
            <p:spPr>
              <a:xfrm>
                <a:off x="578189" y="43788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753DF74C-52C0-EA7B-2601-78202FAA72B4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D363DDEA-8DB7-8DAC-1609-3B5F937003C3}"/>
                </a:ext>
              </a:extLst>
            </p:cNvPr>
            <p:cNvGrpSpPr/>
            <p:nvPr/>
          </p:nvGrpSpPr>
          <p:grpSpPr>
            <a:xfrm>
              <a:off x="483223" y="6086133"/>
              <a:ext cx="444948" cy="1292896"/>
              <a:chOff x="493527" y="3616682"/>
              <a:chExt cx="444948" cy="1292896"/>
            </a:xfrm>
          </p:grpSpPr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A1FAE273-DDAA-E6FE-E40E-18B8D875075D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FC7177A3-E138-6E13-E815-587D20DE90D8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2D318CB5-6953-1648-75E5-E6A33580B6CA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F8C30296-C7DF-5089-7532-9DBFE81F040D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0E671D4D-57B2-33A9-A829-51E937BCC039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C08B7A9E-6D5B-E7BB-E746-0AF9091FE452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4F06429D-0E4C-2758-DBA4-B6CAFBC6AAF7}"/>
                  </a:ext>
                </a:extLst>
              </p:cNvPr>
              <p:cNvSpPr txBox="1"/>
              <p:nvPr/>
            </p:nvSpPr>
            <p:spPr>
              <a:xfrm>
                <a:off x="578189" y="43788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70" name="TextBox 369">
                <a:extLst>
                  <a:ext uri="{FF2B5EF4-FFF2-40B4-BE49-F238E27FC236}">
                    <a16:creationId xmlns:a16="http://schemas.microsoft.com/office/drawing/2014/main" id="{78619A0B-A49B-1D39-F935-5E6F8AC5B1E7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11BAFE9B-B717-6C7E-52CC-0FF852C67CE5}"/>
                </a:ext>
              </a:extLst>
            </p:cNvPr>
            <p:cNvGrpSpPr/>
            <p:nvPr/>
          </p:nvGrpSpPr>
          <p:grpSpPr>
            <a:xfrm>
              <a:off x="478867" y="7626582"/>
              <a:ext cx="444948" cy="1292896"/>
              <a:chOff x="493527" y="3616682"/>
              <a:chExt cx="444948" cy="1292896"/>
            </a:xfrm>
          </p:grpSpPr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4E9E4289-080C-5619-D49D-0EDBE4BD597D}"/>
                  </a:ext>
                </a:extLst>
              </p:cNvPr>
              <p:cNvSpPr txBox="1"/>
              <p:nvPr/>
            </p:nvSpPr>
            <p:spPr>
              <a:xfrm>
                <a:off x="493527" y="3616682"/>
                <a:ext cx="44494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100</a:t>
                </a:r>
                <a:endParaRPr lang="en-GB" sz="900" dirty="0"/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9B322F90-73E7-78A6-1F57-0FE0EF88A8A7}"/>
                  </a:ext>
                </a:extLst>
              </p:cNvPr>
              <p:cNvSpPr txBox="1"/>
              <p:nvPr/>
            </p:nvSpPr>
            <p:spPr>
              <a:xfrm>
                <a:off x="578189" y="3754138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90</a:t>
                </a:r>
                <a:endParaRPr lang="en-GB" sz="900" dirty="0"/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0A83664-BBE1-A617-1874-9618C647424F}"/>
                  </a:ext>
                </a:extLst>
              </p:cNvPr>
              <p:cNvSpPr txBox="1"/>
              <p:nvPr/>
            </p:nvSpPr>
            <p:spPr>
              <a:xfrm>
                <a:off x="578189" y="3880413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80</a:t>
                </a:r>
                <a:endParaRPr lang="en-GB" sz="900" dirty="0"/>
              </a:p>
            </p:txBody>
          </p:sp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DF9289A0-12D8-93C4-D912-71B5D37719F7}"/>
                  </a:ext>
                </a:extLst>
              </p:cNvPr>
              <p:cNvSpPr txBox="1"/>
              <p:nvPr/>
            </p:nvSpPr>
            <p:spPr>
              <a:xfrm>
                <a:off x="578189" y="40460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70</a:t>
                </a:r>
                <a:endParaRPr lang="en-GB" sz="900" dirty="0"/>
              </a:p>
            </p:txBody>
          </p:sp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A41B1BD4-AB11-6C9B-80D7-1B59DB580B38}"/>
                  </a:ext>
                </a:extLst>
              </p:cNvPr>
              <p:cNvSpPr txBox="1"/>
              <p:nvPr/>
            </p:nvSpPr>
            <p:spPr>
              <a:xfrm>
                <a:off x="578189" y="4678746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0</a:t>
                </a:r>
                <a:endParaRPr lang="en-GB" sz="900" dirty="0"/>
              </a:p>
            </p:txBody>
          </p:sp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74C03008-79BA-2BF4-FF69-3F59D828A748}"/>
                  </a:ext>
                </a:extLst>
              </p:cNvPr>
              <p:cNvSpPr txBox="1"/>
              <p:nvPr/>
            </p:nvSpPr>
            <p:spPr>
              <a:xfrm>
                <a:off x="578189" y="4182295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60</a:t>
                </a:r>
                <a:endParaRPr lang="en-GB" sz="900" dirty="0"/>
              </a:p>
            </p:txBody>
          </p:sp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2CA600A4-4CD2-E05B-0142-4E11CA88039A}"/>
                  </a:ext>
                </a:extLst>
              </p:cNvPr>
              <p:cNvSpPr txBox="1"/>
              <p:nvPr/>
            </p:nvSpPr>
            <p:spPr>
              <a:xfrm>
                <a:off x="578189" y="437881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20</a:t>
                </a:r>
                <a:endParaRPr lang="en-GB" sz="900" dirty="0"/>
              </a:p>
            </p:txBody>
          </p: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F40D8FA4-FF0B-91CA-5C6E-C22535F1A6AE}"/>
                  </a:ext>
                </a:extLst>
              </p:cNvPr>
              <p:cNvSpPr txBox="1"/>
              <p:nvPr/>
            </p:nvSpPr>
            <p:spPr>
              <a:xfrm>
                <a:off x="578189" y="4535660"/>
                <a:ext cx="3602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it-IT" sz="900" dirty="0"/>
                  <a:t>10</a:t>
                </a:r>
                <a:endParaRPr lang="en-GB" sz="900" dirty="0"/>
              </a:p>
            </p:txBody>
          </p:sp>
        </p:grp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817424" y="9007033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802478" y="9007033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894310" y="8976665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505847" y="766756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516051" y="2233663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516051" y="3647956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543755" y="5123063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572165" y="6619044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613503" y="8011818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119209" y="4858427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802668" y="4761532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7A8DC5-ECA9-638C-2A6D-CA5F7382244F}"/>
              </a:ext>
            </a:extLst>
          </p:cNvPr>
          <p:cNvSpPr txBox="1"/>
          <p:nvPr/>
        </p:nvSpPr>
        <p:spPr>
          <a:xfrm>
            <a:off x="2015230" y="9439095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0B4DC-3636-7AC3-32BF-0FD9D9616784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8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Content Placeholder 46">
            <a:extLst>
              <a:ext uri="{FF2B5EF4-FFF2-40B4-BE49-F238E27FC236}">
                <a16:creationId xmlns:a16="http://schemas.microsoft.com/office/drawing/2014/main" id="{287D6DF5-3CB3-5145-AC9F-47D224B2F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811" y="7732080"/>
            <a:ext cx="2160000" cy="14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C551C8F8-F252-9945-BDF0-684527DC54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7419" y="7732080"/>
            <a:ext cx="2160000" cy="1440000"/>
          </a:xfrm>
          <a:prstGeom prst="rect">
            <a:avLst/>
          </a:prstGeom>
        </p:spPr>
      </p:pic>
      <p:pic>
        <p:nvPicPr>
          <p:cNvPr id="34" name="Content Placeholder 12">
            <a:extLst>
              <a:ext uri="{FF2B5EF4-FFF2-40B4-BE49-F238E27FC236}">
                <a16:creationId xmlns:a16="http://schemas.microsoft.com/office/drawing/2014/main" id="{F62CC7C7-14F5-DB79-920C-F81A6AAC3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425" y="7732080"/>
            <a:ext cx="2160000" cy="1440000"/>
          </a:xfr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ED952DA-88F1-DAD4-6E30-3E437CB935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425" y="6312472"/>
            <a:ext cx="2160000" cy="14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C027661A-D9FF-3A12-7103-D55C0DE4F3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57419" y="6312472"/>
            <a:ext cx="2160000" cy="14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9AA45210-C3AA-87EA-E639-C55C9702C74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26811" y="6312472"/>
            <a:ext cx="2160000" cy="14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E386BA7D-E9E8-95E1-18A3-0BC5244181C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7419" y="481762"/>
            <a:ext cx="2160000" cy="14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5AB3CD1-1EFC-4C7A-3F98-229C519BAF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6811" y="481762"/>
            <a:ext cx="2160000" cy="14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A9AA556-F52F-B0E2-A9D9-DD548F6E009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9425" y="481762"/>
            <a:ext cx="2160000" cy="14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E18529E-2F61-2DDC-F149-92C4389356E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57419" y="4814626"/>
            <a:ext cx="2160000" cy="14400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33E3802-4856-8E84-C650-007A39F52E7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26811" y="4814626"/>
            <a:ext cx="2160000" cy="1440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492180A-7B92-A246-BD86-3A0F6A52003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9425" y="4814626"/>
            <a:ext cx="2160000" cy="14400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328D1E0-2E0A-7A76-330B-4A616522FA9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57419" y="3341480"/>
            <a:ext cx="2160000" cy="14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6D2DFFA-B654-899F-360A-FE8F3870FE3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26811" y="3341480"/>
            <a:ext cx="2160000" cy="14400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E0CF47DF-AFC2-874E-93C9-4F0C4759A95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9425" y="3341480"/>
            <a:ext cx="2160000" cy="144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D7EC9494-3B2E-C127-4089-2C3DE50F237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57419" y="1854773"/>
            <a:ext cx="2160000" cy="14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E2F2C04D-6755-C9B7-BE23-76EAC83D643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626811" y="1854773"/>
            <a:ext cx="2160000" cy="14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605F8D3-79E9-D931-CE26-1DABFB87CB2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99425" y="1854773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464726" y="558831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99071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442901" y="1905049"/>
            <a:ext cx="444948" cy="1292896"/>
            <a:chOff x="493527" y="3616682"/>
            <a:chExt cx="444948" cy="129289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8189" y="4394929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464726" y="3426164"/>
            <a:ext cx="444948" cy="1292896"/>
            <a:chOff x="493527" y="3616682"/>
            <a:chExt cx="444948" cy="129289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401352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465667" y="4897573"/>
            <a:ext cx="444948" cy="1292896"/>
            <a:chOff x="493527" y="3616682"/>
            <a:chExt cx="444948" cy="129289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464726" y="6395121"/>
            <a:ext cx="444948" cy="1292896"/>
            <a:chOff x="493527" y="3616682"/>
            <a:chExt cx="444948" cy="129289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0903" y="440506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447848" y="7812379"/>
            <a:ext cx="444948" cy="1292896"/>
            <a:chOff x="493527" y="3616682"/>
            <a:chExt cx="444948" cy="129289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821676" y="8892915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848007" y="8892913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777577" y="8885873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453911" y="706123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477727" y="2066887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477727" y="3555038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450318" y="5017131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463248" y="6513872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476281" y="7941462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035687" y="4849876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C/N</a:t>
            </a:r>
            <a:endParaRPr lang="en-GB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847256" y="462650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Macronutrient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composition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(%)</a:t>
            </a:r>
            <a:endParaRPr lang="en-GB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EC42F4-43A7-EEE0-9635-F279AA105FFC}"/>
              </a:ext>
            </a:extLst>
          </p:cNvPr>
          <p:cNvSpPr txBox="1"/>
          <p:nvPr/>
        </p:nvSpPr>
        <p:spPr>
          <a:xfrm>
            <a:off x="2015230" y="9363871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(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941AD8-A23B-F199-F5F4-36FBA01574A4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0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Content Placeholder 52">
            <a:extLst>
              <a:ext uri="{FF2B5EF4-FFF2-40B4-BE49-F238E27FC236}">
                <a16:creationId xmlns:a16="http://schemas.microsoft.com/office/drawing/2014/main" id="{CC934268-7C59-4213-67C0-2883962EB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7210" y="7532379"/>
            <a:ext cx="2160000" cy="1440000"/>
          </a:xfr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2EE63DE6-63C3-46D4-F24B-1B33616FC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7210" y="6167569"/>
            <a:ext cx="2160000" cy="14400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31D8F3EB-40B4-3612-6CB5-ED0EC68DAA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7210" y="4773090"/>
            <a:ext cx="2160000" cy="14400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04D7CF77-EFCB-7362-076A-6E7EB0029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7210" y="3323475"/>
            <a:ext cx="2160000" cy="1440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8CD1A61B-01A7-4049-DD62-EAC1EB2C65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7210" y="1898410"/>
            <a:ext cx="2160000" cy="1440000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5E07D682-B913-1157-45F0-67764E337A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27210" y="413653"/>
            <a:ext cx="2160000" cy="14400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C533573-0075-A0B6-2AC8-580C819B5F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51816" y="7532379"/>
            <a:ext cx="2160000" cy="14400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B2549DE1-C788-A78B-747E-9EC755C6EA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51816" y="6167569"/>
            <a:ext cx="2160000" cy="144000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5CA6807-D9E6-74C2-4ED5-C39DCA088BF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51816" y="4773090"/>
            <a:ext cx="2160000" cy="14400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9EBA47A1-5BC3-0B47-9C79-6BD4DB61947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51816" y="3323475"/>
            <a:ext cx="2160000" cy="14400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1F2161A2-F08A-695D-3E41-C85785FA17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51816" y="1898410"/>
            <a:ext cx="2160000" cy="1440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FA15A57C-003F-5280-4F53-021AB8F09B0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51816" y="413653"/>
            <a:ext cx="2160000" cy="14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CDA546D-5686-6C3D-4ADD-9A95B23FA79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87860" y="6167569"/>
            <a:ext cx="2160000" cy="144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81C50F-8172-7B84-1250-36651217DD1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7860" y="7532379"/>
            <a:ext cx="2160000" cy="1440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AA28B120-F16F-8EA7-0D68-9E22661AB5A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87860" y="4773090"/>
            <a:ext cx="2160000" cy="14400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752E57F2-0BD5-60AB-594F-90327328E30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87860" y="3323475"/>
            <a:ext cx="2160000" cy="14400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FF81F453-6B24-7AA8-5CB2-87136A5ECFD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87860" y="1898410"/>
            <a:ext cx="2160000" cy="144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221B61C9-05B5-0FAE-73B5-CF52FEA6D4E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87860" y="413653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410610" y="478764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417981" y="1975907"/>
            <a:ext cx="444948" cy="1292896"/>
            <a:chOff x="493527" y="3616682"/>
            <a:chExt cx="444948" cy="129289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417981" y="3393622"/>
            <a:ext cx="444948" cy="1292896"/>
            <a:chOff x="493527" y="3616682"/>
            <a:chExt cx="444948" cy="129289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417981" y="4849215"/>
            <a:ext cx="444948" cy="1292896"/>
            <a:chOff x="493527" y="3616682"/>
            <a:chExt cx="444948" cy="129289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411016" y="6244761"/>
            <a:ext cx="444948" cy="1292896"/>
            <a:chOff x="493527" y="3616682"/>
            <a:chExt cx="444948" cy="129289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416328" y="7616016"/>
            <a:ext cx="444948" cy="1292896"/>
            <a:chOff x="493527" y="3616682"/>
            <a:chExt cx="444948" cy="129289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800994" y="8701137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860199" y="8701137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840235" y="8701137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543246" y="614014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549926" y="2090495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543246" y="3533099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570435" y="4978288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570435" y="6395761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585389" y="7766460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123411" y="4706293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C/N</a:t>
            </a:r>
            <a:endParaRPr lang="en-GB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877736" y="4476604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Macronutrient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composition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(%)</a:t>
            </a:r>
            <a:endParaRPr lang="en-GB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8E57A3-76D2-2B58-2F47-52FCCEAE9588}"/>
              </a:ext>
            </a:extLst>
          </p:cNvPr>
          <p:cNvSpPr txBox="1"/>
          <p:nvPr/>
        </p:nvSpPr>
        <p:spPr>
          <a:xfrm>
            <a:off x="2035103" y="9149165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(years)</a:t>
            </a:r>
            <a:endParaRPr lang="en-GB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878CE-402A-49BB-BE06-FEB73C99669A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52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Content Placeholder 90">
            <a:extLst>
              <a:ext uri="{FF2B5EF4-FFF2-40B4-BE49-F238E27FC236}">
                <a16:creationId xmlns:a16="http://schemas.microsoft.com/office/drawing/2014/main" id="{128E5020-3062-EAFC-4354-039836965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776" y="7774560"/>
            <a:ext cx="2160000" cy="1440000"/>
          </a:xfr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F585229A-5618-92F1-CE70-C773067D67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94" y="4896634"/>
            <a:ext cx="2160000" cy="14400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1E4D7372-5FB7-6957-3375-2B39DC8CBE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4975" y="4896634"/>
            <a:ext cx="2160000" cy="14400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76CA7E8C-16A5-435F-FEB7-2BD6BB7172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8776" y="4896634"/>
            <a:ext cx="2160000" cy="1440000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04F534BD-008A-3507-A688-CF5C2F889E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494" y="6368831"/>
            <a:ext cx="2160000" cy="144000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182E5B3B-42B5-B7FD-A404-423752699C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54975" y="6368831"/>
            <a:ext cx="2160000" cy="1440000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3BF7F32A-2A53-3ED4-981C-B76C5CD26C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58776" y="6368831"/>
            <a:ext cx="2160000" cy="144000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F22C8ED6-10E6-CB81-72BD-A35BE45A42D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494" y="7774560"/>
            <a:ext cx="2160000" cy="144000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2DDD52EB-EAFB-A438-EDC5-046601508F8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54975" y="7774560"/>
            <a:ext cx="2160000" cy="144000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ED49CD61-2679-9087-2D31-04648B2BD7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58776" y="3382673"/>
            <a:ext cx="2160000" cy="1440000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7760CA71-04F3-BF32-CB19-D44EF068BE2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54975" y="3382673"/>
            <a:ext cx="2160000" cy="1440000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DB7B1753-F300-8ABD-DEA8-716DE73ECB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5494" y="3382673"/>
            <a:ext cx="2160000" cy="1440000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E644EE36-EAB5-7CB3-B672-B9FD39E54D7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58776" y="1870037"/>
            <a:ext cx="2160000" cy="1440000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033AA573-4EE9-57A9-3858-67B4217F187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54975" y="1870037"/>
            <a:ext cx="2160000" cy="1440000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D9580EB2-95CB-F655-3A51-E96CF312EE0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5494" y="1870037"/>
            <a:ext cx="2160000" cy="144000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A0B2F632-6B47-00E2-0A55-FCDBD99466F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658776" y="455453"/>
            <a:ext cx="2160000" cy="144000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E7C87F40-77FE-314C-D7F9-5868DBA0A39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654975" y="455453"/>
            <a:ext cx="2160000" cy="14400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7CB7212C-D67F-DEDC-F4A1-7B5063041A7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5494" y="455453"/>
            <a:ext cx="2160000" cy="1440000"/>
          </a:xfrm>
          <a:prstGeom prst="rect">
            <a:avLst/>
          </a:prstGeom>
        </p:spPr>
      </p:pic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74D3479-9AAD-FDB7-7BBC-3B70F0103046}"/>
              </a:ext>
            </a:extLst>
          </p:cNvPr>
          <p:cNvGrpSpPr/>
          <p:nvPr/>
        </p:nvGrpSpPr>
        <p:grpSpPr>
          <a:xfrm>
            <a:off x="464726" y="533413"/>
            <a:ext cx="444948" cy="1292896"/>
            <a:chOff x="493527" y="3616682"/>
            <a:chExt cx="444948" cy="1292896"/>
          </a:xfrm>
        </p:grpSpPr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278C4F1B-77A5-2E5F-A453-57E03C825082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CBD6FF-9971-30C1-1035-A9F8CA5D74C6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2F4F210B-56EE-6F50-EA68-FB7D1756C631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DB73E07-0030-9E4A-A00F-D3A572F4CC1C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ABBF215-4F8B-1D17-43CF-7AA78FC9D322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71E9FC0-1256-59A7-D1F2-E5C79416132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8708124-D2AC-3AAC-7E15-E5A0D487CE83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45A62687-0E3F-2ADC-6174-51E4F3F14CD3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7EF9E5A-D807-3177-2EE3-C8F9BCF088E6}"/>
              </a:ext>
            </a:extLst>
          </p:cNvPr>
          <p:cNvGrpSpPr/>
          <p:nvPr/>
        </p:nvGrpSpPr>
        <p:grpSpPr>
          <a:xfrm>
            <a:off x="464726" y="1951051"/>
            <a:ext cx="444948" cy="1292896"/>
            <a:chOff x="493527" y="3616682"/>
            <a:chExt cx="444948" cy="1292896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46ACC9C-8C1D-2330-F354-90D7057ED4DA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65DAD4ED-60C4-EDD8-3E4E-B71D579A6E6B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0539918D-2A20-A97F-D6F7-1BAA8BBF8EF7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02435EBB-E1B4-66BE-CC3E-8FFD5228B804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8E02944-9A4E-07B1-6433-67A3AC39F1EB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6358E90-DF24-1834-BF68-E2697B1A05A3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389E166-FC42-7FCD-EF76-C1DBF59DC7B9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D9585B-F0F4-8110-354C-25DBFE48CD7D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1EA0FAE-12F0-A5AD-B958-0D31DBFB84CB}"/>
              </a:ext>
            </a:extLst>
          </p:cNvPr>
          <p:cNvGrpSpPr/>
          <p:nvPr/>
        </p:nvGrpSpPr>
        <p:grpSpPr>
          <a:xfrm>
            <a:off x="464726" y="3451640"/>
            <a:ext cx="444948" cy="1292896"/>
            <a:chOff x="493527" y="3616682"/>
            <a:chExt cx="444948" cy="1292896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DA72E3A0-0C8B-5277-0D9A-A815D9C6682B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BC45C66E-0AF0-313F-52D1-298B5E1CF151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165F6788-0076-EAB5-C202-C66134F87A4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E884E2CD-46EB-33E2-B595-4B345E08D865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1D8654B-BFE9-783D-7EDD-AFB89D414F77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EFA1376D-673D-E8C7-4245-01B5363E9E90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99F8E7B-1E61-7333-ABA4-5651746D19CC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5358E76B-3CD6-4E41-04AD-C15B25CD2875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B06E514-6620-C517-CD31-D49EB853C236}"/>
              </a:ext>
            </a:extLst>
          </p:cNvPr>
          <p:cNvGrpSpPr/>
          <p:nvPr/>
        </p:nvGrpSpPr>
        <p:grpSpPr>
          <a:xfrm>
            <a:off x="464726" y="5005399"/>
            <a:ext cx="444948" cy="1292896"/>
            <a:chOff x="493527" y="3616682"/>
            <a:chExt cx="444948" cy="1292896"/>
          </a:xfrm>
        </p:grpSpPr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76E86F3-7E08-CB43-ECE3-A084C3374EB7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6EFDAB97-65F6-543D-88FD-B6544D59504C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F9B7098A-5C0E-D8F6-24BB-4282C6F3C029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8639070A-9103-CDD3-D0B2-8EE15CB71B39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0D073EB-CD18-FDD1-F42C-615A7EFF9ECF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9183817B-5A31-02AA-7AA5-182D581602FB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57237007-39AE-B60B-13CC-95808F023325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753DF74C-52C0-EA7B-2601-78202FAA72B4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363DDEA-8DB7-8DAC-1609-3B5F937003C3}"/>
              </a:ext>
            </a:extLst>
          </p:cNvPr>
          <p:cNvGrpSpPr/>
          <p:nvPr/>
        </p:nvGrpSpPr>
        <p:grpSpPr>
          <a:xfrm>
            <a:off x="464726" y="6475858"/>
            <a:ext cx="444948" cy="1292896"/>
            <a:chOff x="493527" y="3616682"/>
            <a:chExt cx="444948" cy="1292896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1FAE273-DDAA-E6FE-E40E-18B8D875075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FC7177A3-E138-6E13-E815-587D20DE90D8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2D318CB5-6953-1648-75E5-E6A33580B6CA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8C30296-C7DF-5089-7532-9DBFE81F040D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E671D4D-57B2-33A9-A829-51E937BCC039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C08B7A9E-6D5B-E7BB-E746-0AF9091FE452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F06429D-0E4C-2758-DBA4-B6CAFBC6AAF7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8619A0B-A49B-1D39-F935-5E6F8AC5B1E7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1BAFE9B-B717-6C7E-52CC-0FF852C67CE5}"/>
              </a:ext>
            </a:extLst>
          </p:cNvPr>
          <p:cNvGrpSpPr/>
          <p:nvPr/>
        </p:nvGrpSpPr>
        <p:grpSpPr>
          <a:xfrm>
            <a:off x="465861" y="7881587"/>
            <a:ext cx="444948" cy="1292896"/>
            <a:chOff x="493527" y="3616682"/>
            <a:chExt cx="444948" cy="1292896"/>
          </a:xfrm>
        </p:grpSpPr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E9E4289-080C-5619-D49D-0EDBE4BD597D}"/>
                </a:ext>
              </a:extLst>
            </p:cNvPr>
            <p:cNvSpPr txBox="1"/>
            <p:nvPr/>
          </p:nvSpPr>
          <p:spPr>
            <a:xfrm>
              <a:off x="493527" y="3616682"/>
              <a:ext cx="4449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100</a:t>
              </a:r>
              <a:endParaRPr lang="en-GB" sz="90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B322F90-73E7-78A6-1F57-0FE0EF88A8A7}"/>
                </a:ext>
              </a:extLst>
            </p:cNvPr>
            <p:cNvSpPr txBox="1"/>
            <p:nvPr/>
          </p:nvSpPr>
          <p:spPr>
            <a:xfrm>
              <a:off x="578189" y="3754138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90</a:t>
              </a:r>
              <a:endParaRPr lang="en-GB" sz="900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20A83664-BBE1-A617-1874-9618C647424F}"/>
                </a:ext>
              </a:extLst>
            </p:cNvPr>
            <p:cNvSpPr txBox="1"/>
            <p:nvPr/>
          </p:nvSpPr>
          <p:spPr>
            <a:xfrm>
              <a:off x="578189" y="3880413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80</a:t>
              </a:r>
              <a:endParaRPr lang="en-GB" sz="900" dirty="0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DF9289A0-12D8-93C4-D912-71B5D37719F7}"/>
                </a:ext>
              </a:extLst>
            </p:cNvPr>
            <p:cNvSpPr txBox="1"/>
            <p:nvPr/>
          </p:nvSpPr>
          <p:spPr>
            <a:xfrm>
              <a:off x="578189" y="40460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70</a:t>
              </a:r>
              <a:endParaRPr lang="en-GB" sz="900" dirty="0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A41B1BD4-AB11-6C9B-80D7-1B59DB580B38}"/>
                </a:ext>
              </a:extLst>
            </p:cNvPr>
            <p:cNvSpPr txBox="1"/>
            <p:nvPr/>
          </p:nvSpPr>
          <p:spPr>
            <a:xfrm>
              <a:off x="578189" y="4678746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0</a:t>
              </a:r>
              <a:endParaRPr lang="en-GB" sz="900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74C03008-79BA-2BF4-FF69-3F59D828A748}"/>
                </a:ext>
              </a:extLst>
            </p:cNvPr>
            <p:cNvSpPr txBox="1"/>
            <p:nvPr/>
          </p:nvSpPr>
          <p:spPr>
            <a:xfrm>
              <a:off x="578189" y="4182295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60</a:t>
              </a:r>
              <a:endParaRPr lang="en-GB" sz="900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2CA600A4-4CD2-E05B-0142-4E11CA88039A}"/>
                </a:ext>
              </a:extLst>
            </p:cNvPr>
            <p:cNvSpPr txBox="1"/>
            <p:nvPr/>
          </p:nvSpPr>
          <p:spPr>
            <a:xfrm>
              <a:off x="578189" y="437881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40D8FA4-FF0B-91CA-5C6E-C22535F1A6AE}"/>
                </a:ext>
              </a:extLst>
            </p:cNvPr>
            <p:cNvSpPr txBox="1"/>
            <p:nvPr/>
          </p:nvSpPr>
          <p:spPr>
            <a:xfrm>
              <a:off x="578189" y="4535660"/>
              <a:ext cx="3602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A9DBF3DB-F440-98FC-5DB5-DBDFC2147659}"/>
              </a:ext>
            </a:extLst>
          </p:cNvPr>
          <p:cNvGrpSpPr/>
          <p:nvPr/>
        </p:nvGrpSpPr>
        <p:grpSpPr>
          <a:xfrm>
            <a:off x="835113" y="8942004"/>
            <a:ext cx="1672741" cy="593935"/>
            <a:chOff x="972194" y="9192449"/>
            <a:chExt cx="1930365" cy="593935"/>
          </a:xfrm>
        </p:grpSpPr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AB276267-157F-C6DC-4E8D-23644E2CCE8D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D79ED3A6-C560-874E-C8C1-9A27AB96BB8C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5254FE10-F102-7FBB-0B6B-F9FC5F5148C3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CC6B1EE1-9CF6-B149-8884-5932BAEDF260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27A2E94-801A-72D4-A88E-E8F9DE44A155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EE6A1F09-DE42-DD38-396A-A58952074FE6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3F500265-0DC2-1EB6-9B96-55243C1F19DD}"/>
              </a:ext>
            </a:extLst>
          </p:cNvPr>
          <p:cNvGrpSpPr/>
          <p:nvPr/>
        </p:nvGrpSpPr>
        <p:grpSpPr>
          <a:xfrm>
            <a:off x="2868261" y="8950363"/>
            <a:ext cx="1672741" cy="593935"/>
            <a:chOff x="972194" y="9192449"/>
            <a:chExt cx="1930365" cy="593935"/>
          </a:xfrm>
        </p:grpSpPr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3E633C74-AEC2-1196-79B2-52E10034F073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0D907DE-910D-4630-3AC1-7282F41D5B94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64CCBBB9-E6BC-3D5C-54C5-5ABE29231B9E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3E1887F8-61DE-AD6C-B580-35ADDC47FA98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2E91D5FB-56A6-AABA-3FAE-91B246829B7E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4CFE81C-61B7-08A9-AC33-6B0F45476CC4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77B13EF-53FE-468B-445E-232105956923}"/>
              </a:ext>
            </a:extLst>
          </p:cNvPr>
          <p:cNvGrpSpPr/>
          <p:nvPr/>
        </p:nvGrpSpPr>
        <p:grpSpPr>
          <a:xfrm>
            <a:off x="4888896" y="8963802"/>
            <a:ext cx="1672741" cy="593935"/>
            <a:chOff x="972194" y="9192449"/>
            <a:chExt cx="1930365" cy="593935"/>
          </a:xfrm>
        </p:grpSpPr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FC8934FA-346F-12C9-B3B3-E39D40248508}"/>
                </a:ext>
              </a:extLst>
            </p:cNvPr>
            <p:cNvSpPr txBox="1"/>
            <p:nvPr/>
          </p:nvSpPr>
          <p:spPr>
            <a:xfrm rot="16200000">
              <a:off x="79447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1961</a:t>
              </a:r>
              <a:endParaRPr lang="en-GB" sz="900" dirty="0"/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E744137C-D975-7E1B-CA86-3D76D2BFD3D7}"/>
                </a:ext>
              </a:extLst>
            </p:cNvPr>
            <p:cNvSpPr txBox="1"/>
            <p:nvPr/>
          </p:nvSpPr>
          <p:spPr>
            <a:xfrm rot="16200000">
              <a:off x="114667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1971</a:t>
              </a:r>
              <a:endParaRPr lang="en-GB" sz="900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DB8CFA98-1DA3-4700-4F54-34A1DAECDBC4}"/>
                </a:ext>
              </a:extLst>
            </p:cNvPr>
            <p:cNvSpPr txBox="1"/>
            <p:nvPr/>
          </p:nvSpPr>
          <p:spPr>
            <a:xfrm rot="16200000">
              <a:off x="1480683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1981</a:t>
              </a:r>
              <a:endParaRPr lang="en-GB" sz="900" dirty="0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A0B7A500-D83E-750F-27B4-C7037ECED844}"/>
                </a:ext>
              </a:extLst>
            </p:cNvPr>
            <p:cNvSpPr txBox="1"/>
            <p:nvPr/>
          </p:nvSpPr>
          <p:spPr>
            <a:xfrm rot="16200000">
              <a:off x="1821614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1991</a:t>
              </a:r>
              <a:endParaRPr lang="en-GB" sz="900" dirty="0"/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DCF55310-4064-A9F6-FBA8-E4B861F4B7A0}"/>
                </a:ext>
              </a:extLst>
            </p:cNvPr>
            <p:cNvSpPr txBox="1"/>
            <p:nvPr/>
          </p:nvSpPr>
          <p:spPr>
            <a:xfrm rot="16200000">
              <a:off x="21625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2001</a:t>
              </a:r>
              <a:endParaRPr lang="en-GB" sz="900" dirty="0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26CC810-6C06-D3F2-6719-702FCF030368}"/>
                </a:ext>
              </a:extLst>
            </p:cNvPr>
            <p:cNvSpPr txBox="1"/>
            <p:nvPr/>
          </p:nvSpPr>
          <p:spPr>
            <a:xfrm rot="16200000">
              <a:off x="2486345" y="9370170"/>
              <a:ext cx="593935" cy="238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2010</a:t>
              </a:r>
              <a:endParaRPr lang="en-GB" sz="900" dirty="0"/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F4EFE87-42EE-5975-824F-BF2315C0CF7C}"/>
              </a:ext>
            </a:extLst>
          </p:cNvPr>
          <p:cNvGrpSpPr/>
          <p:nvPr/>
        </p:nvGrpSpPr>
        <p:grpSpPr>
          <a:xfrm>
            <a:off x="6557022" y="655489"/>
            <a:ext cx="360286" cy="1153139"/>
            <a:chOff x="569892" y="5725157"/>
            <a:chExt cx="360286" cy="1049112"/>
          </a:xfrm>
        </p:grpSpPr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71C76DB2-E448-B955-FDF1-29765DF1BE2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276CFA06-B71F-8BEA-7A1F-7F06BCC20580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72218140-8272-A4C7-2A93-357F15091C94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1D7C889F-8265-4677-FAF5-5360859027C5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D7C1C46-1BC9-7748-38E3-39A63A40F49D}"/>
              </a:ext>
            </a:extLst>
          </p:cNvPr>
          <p:cNvGrpSpPr/>
          <p:nvPr/>
        </p:nvGrpSpPr>
        <p:grpSpPr>
          <a:xfrm>
            <a:off x="6557022" y="2079479"/>
            <a:ext cx="360286" cy="1153139"/>
            <a:chOff x="569892" y="5725157"/>
            <a:chExt cx="360286" cy="1049112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9E834913-EFB1-30EB-A8E8-260F299D3DF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C1343DC1-BD23-BC2E-1DC2-55541C490D6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3741CF30-16B4-424F-41BC-78C29D10E085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AADB95E2-876E-E13A-14BC-1139E62F95FD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F7C92A4-3B92-F431-DCD2-09910D3A5E30}"/>
              </a:ext>
            </a:extLst>
          </p:cNvPr>
          <p:cNvGrpSpPr/>
          <p:nvPr/>
        </p:nvGrpSpPr>
        <p:grpSpPr>
          <a:xfrm>
            <a:off x="6586218" y="3608125"/>
            <a:ext cx="360286" cy="1153139"/>
            <a:chOff x="569892" y="5725157"/>
            <a:chExt cx="360286" cy="1049112"/>
          </a:xfrm>
        </p:grpSpPr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388577C1-2EBB-5E7C-D5C4-81CA723C3619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956C2B7-1C11-E1F0-0237-4B3EF04C9545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C041C3F3-A665-48E4-BEB0-98950569D226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F5ADA261-E82A-7317-1D3A-2B10E8F0D67B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FD985ED-6D45-FDF7-7E91-EF2FA1998E65}"/>
              </a:ext>
            </a:extLst>
          </p:cNvPr>
          <p:cNvGrpSpPr/>
          <p:nvPr/>
        </p:nvGrpSpPr>
        <p:grpSpPr>
          <a:xfrm>
            <a:off x="6586218" y="5087911"/>
            <a:ext cx="360286" cy="1153139"/>
            <a:chOff x="569892" y="5725157"/>
            <a:chExt cx="360286" cy="1049112"/>
          </a:xfrm>
        </p:grpSpPr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81DE8EC2-C364-83F7-4374-BDE7837F3235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644E8C61-901B-B194-5025-AE810EE3873B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FE991026-F081-5F8A-1234-E531FB165217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E3F10688-907A-22CF-1A14-5B1451A0E09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88F6B052-0D82-C193-D6F5-89920270EBEF}"/>
              </a:ext>
            </a:extLst>
          </p:cNvPr>
          <p:cNvGrpSpPr/>
          <p:nvPr/>
        </p:nvGrpSpPr>
        <p:grpSpPr>
          <a:xfrm>
            <a:off x="6573895" y="6579764"/>
            <a:ext cx="360286" cy="1153139"/>
            <a:chOff x="569892" y="5725157"/>
            <a:chExt cx="360286" cy="1049112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5DDC25A-77D7-640C-2C65-266ED910C6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D71CC9FD-DC1C-BD86-0FCF-A9F373E9C22F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B91AF64E-14E8-4F6C-9339-CB49E1D4B0EC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7CD04C6C-910F-0A86-B617-3B087A8A5776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23B78D93-3281-4BD9-05EF-FF26D161127F}"/>
              </a:ext>
            </a:extLst>
          </p:cNvPr>
          <p:cNvGrpSpPr/>
          <p:nvPr/>
        </p:nvGrpSpPr>
        <p:grpSpPr>
          <a:xfrm>
            <a:off x="6557022" y="7988464"/>
            <a:ext cx="360286" cy="1153139"/>
            <a:chOff x="569892" y="5725157"/>
            <a:chExt cx="360286" cy="1049112"/>
          </a:xfrm>
        </p:grpSpPr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E09D452D-B706-10EB-B351-11DF13F0EBBB}"/>
                </a:ext>
              </a:extLst>
            </p:cNvPr>
            <p:cNvSpPr txBox="1"/>
            <p:nvPr/>
          </p:nvSpPr>
          <p:spPr>
            <a:xfrm>
              <a:off x="569892" y="5725157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40</a:t>
              </a:r>
              <a:endParaRPr lang="en-GB" sz="900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3477545-2E7C-C339-CE43-133580705C03}"/>
                </a:ext>
              </a:extLst>
            </p:cNvPr>
            <p:cNvSpPr txBox="1"/>
            <p:nvPr/>
          </p:nvSpPr>
          <p:spPr>
            <a:xfrm>
              <a:off x="569892" y="600741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30</a:t>
              </a:r>
              <a:endParaRPr lang="en-GB" sz="900" dirty="0"/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17AF605D-A674-6B04-7069-D3A2E8142F3B}"/>
                </a:ext>
              </a:extLst>
            </p:cNvPr>
            <p:cNvSpPr txBox="1"/>
            <p:nvPr/>
          </p:nvSpPr>
          <p:spPr>
            <a:xfrm>
              <a:off x="569892" y="6283186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20</a:t>
              </a:r>
              <a:endParaRPr lang="en-GB" sz="900" dirty="0"/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0B1D5886-1DE5-3241-131E-A03BF72029DE}"/>
                </a:ext>
              </a:extLst>
            </p:cNvPr>
            <p:cNvSpPr txBox="1"/>
            <p:nvPr/>
          </p:nvSpPr>
          <p:spPr>
            <a:xfrm>
              <a:off x="569892" y="6564261"/>
              <a:ext cx="360286" cy="21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/>
                <a:t>10</a:t>
              </a:r>
              <a:endParaRPr lang="en-GB" sz="900" dirty="0"/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1B25638F-B8C0-49A9-D649-40243AEB1208}"/>
              </a:ext>
            </a:extLst>
          </p:cNvPr>
          <p:cNvSpPr txBox="1"/>
          <p:nvPr/>
        </p:nvSpPr>
        <p:spPr>
          <a:xfrm rot="5400000">
            <a:off x="6208922" y="4804720"/>
            <a:ext cx="17091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Human </a:t>
            </a:r>
            <a:r>
              <a:rPr lang="it-IT" sz="1300" dirty="0" err="1"/>
              <a:t>diet</a:t>
            </a:r>
            <a:r>
              <a:rPr lang="it-IT" sz="1300" dirty="0"/>
              <a:t> C/N</a:t>
            </a:r>
            <a:endParaRPr lang="en-GB" sz="1300" dirty="0"/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DB50A9AA-200F-298F-3984-F5E1F1334D23}"/>
              </a:ext>
            </a:extLst>
          </p:cNvPr>
          <p:cNvSpPr txBox="1"/>
          <p:nvPr/>
        </p:nvSpPr>
        <p:spPr>
          <a:xfrm rot="16200000">
            <a:off x="-824092" y="4559425"/>
            <a:ext cx="259573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 err="1"/>
              <a:t>Macronutrient</a:t>
            </a:r>
            <a:r>
              <a:rPr lang="it-IT" sz="1300" dirty="0"/>
              <a:t> </a:t>
            </a:r>
            <a:r>
              <a:rPr lang="it-IT" sz="1300" dirty="0" err="1"/>
              <a:t>composition</a:t>
            </a:r>
            <a:r>
              <a:rPr lang="it-IT" sz="1300" dirty="0"/>
              <a:t> (%)</a:t>
            </a:r>
            <a:endParaRPr lang="en-GB" sz="1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12955D-8C3B-B66E-1C9B-3D10659D4CD9}"/>
              </a:ext>
            </a:extLst>
          </p:cNvPr>
          <p:cNvSpPr txBox="1"/>
          <p:nvPr/>
        </p:nvSpPr>
        <p:spPr>
          <a:xfrm>
            <a:off x="2076150" y="9337729"/>
            <a:ext cx="3170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Time (</a:t>
            </a:r>
            <a:r>
              <a:rPr lang="it-IT" sz="1300" dirty="0" err="1"/>
              <a:t>years</a:t>
            </a:r>
            <a:r>
              <a:rPr lang="it-IT" sz="1300" dirty="0"/>
              <a:t>)</a:t>
            </a:r>
            <a:endParaRPr lang="en-GB" sz="1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C801B-6CF6-EA93-C803-FB54DC02C73E}"/>
              </a:ext>
            </a:extLst>
          </p:cNvPr>
          <p:cNvSpPr txBox="1"/>
          <p:nvPr/>
        </p:nvSpPr>
        <p:spPr>
          <a:xfrm>
            <a:off x="144379" y="74787"/>
            <a:ext cx="7270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Continued: Diet composition and stoichiometry trends in 162 countries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74381-E9D4-4B6B-4ED0-B5DCFE740F47}"/>
              </a:ext>
            </a:extLst>
          </p:cNvPr>
          <p:cNvSpPr txBox="1"/>
          <p:nvPr/>
        </p:nvSpPr>
        <p:spPr>
          <a:xfrm>
            <a:off x="328361" y="9757495"/>
            <a:ext cx="64904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1400" kern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</a:t>
            </a:r>
            <a:r>
              <a:rPr lang="en-GB" sz="1400" kern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S2: The macronutrients and the human diet C/N pattern in each country from 1961 to 2013. Carbohydrates (green line), Fats (yellow line), Proteins (red line) and C/N (black line).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23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1052</Words>
  <Application>Microsoft Office PowerPoint</Application>
  <PresentationFormat>Custom</PresentationFormat>
  <Paragraphs>847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SPIGNO</dc:creator>
  <cp:lastModifiedBy>SABRINA SPIGNO</cp:lastModifiedBy>
  <cp:revision>22</cp:revision>
  <dcterms:created xsi:type="dcterms:W3CDTF">2024-06-07T10:42:08Z</dcterms:created>
  <dcterms:modified xsi:type="dcterms:W3CDTF">2025-04-06T16:56:27Z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2024-06-07T13:18:17Z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d28ce25d-26b5-4c76-88bd-b27892e73cea</vt:lpwstr>
  </property>
  <property fmtid="{D5CDD505-2E9C-101B-9397-08002B2CF9AE}" pid="8" name="MSIP_Label_2ad0b24d-6422-44b0-b3de-abb3a9e8c81a_ContentBits">
    <vt:lpwstr>0</vt:lpwstr>
  </property>
</Properties>
</file>